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6858000" cy="1219169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858000" cy="146304"/>
          </a:xfrm>
          <a:prstGeom prst="rect">
            <a:avLst/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rain-freigestel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194560"/>
            <a:ext cx="1554480" cy="1554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02336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0" i="0" spc="160">
                <a:solidFill>
                  <a:srgbClr val="16231F"/>
                </a:solidFill>
                <a:latin typeface="Fraunces"/>
              </a:rPr>
              <a:t>WERDE </a:t>
            </a:r>
            <a:r>
              <a:rPr sz="1300" b="0" i="0" spc="160">
                <a:solidFill>
                  <a:srgbClr val="7E6410"/>
                </a:solidFill>
                <a:latin typeface="Fraunces"/>
              </a:rPr>
              <a:t>MEISTER</a:t>
            </a:r>
          </a:p>
          <a:p>
            <a:pPr algn="ctr">
              <a:spcBef>
                <a:spcPts val="100"/>
              </a:spcBef>
            </a:pPr>
            <a:r>
              <a:rPr sz="800" b="0" i="0" spc="300">
                <a:solidFill>
                  <a:srgbClr val="48524E"/>
                </a:solidFill>
                <a:latin typeface="Fraunces"/>
              </a:rPr>
              <a:t>—  DEINER GEDANKEN  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5577840" cy="2743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3000"/>
              </a:lnSpc>
            </a:pPr>
            <a:r>
              <a:rPr sz="4600" b="1" i="0">
                <a:solidFill>
                  <a:srgbClr val="16231F"/>
                </a:solidFill>
                <a:latin typeface="Fraunces"/>
              </a:rPr>
              <a:t>„Nicht deine Schuld“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7955279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0" i="0">
                <a:solidFill>
                  <a:srgbClr val="48524E"/>
                </a:solidFill>
                <a:latin typeface="Inter"/>
              </a:rPr>
              <a:t>Teaser-Reel · Instagram · TikTok · YouTube Shorts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HOOK · 0–3 SEK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3800" b="1" i="0">
                <a:solidFill>
                  <a:srgbClr val="16231F"/>
                </a:solidFill>
                <a:latin typeface="Fraunces"/>
              </a:rPr>
              <a:t>Was, wenn dein Problem nie zu wenig Disziplin war?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ON-SCREEN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Nicht zu wenig Disziplin.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ON-SCREEN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Ein Programm, das du nie gewählt hast.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2062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ON-SCREEN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754880"/>
            <a:ext cx="5577840" cy="3200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2000"/>
              </a:lnSpc>
            </a:pPr>
            <a:r>
              <a:rPr sz="4000" b="1" i="0">
                <a:solidFill>
                  <a:srgbClr val="16231F"/>
                </a:solidFill>
                <a:latin typeface="Fraunces"/>
              </a:rPr>
              <a:t>Du bist nicht dein Muster.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402336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300" b="1" i="0" spc="260">
                <a:solidFill>
                  <a:srgbClr val="7E6410"/>
                </a:solidFill>
                <a:latin typeface="Inter"/>
              </a:rPr>
              <a:t>JETZT STARTEN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5394960" cy="29260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0" i="0">
                <a:solidFill>
                  <a:srgbClr val="16231F"/>
                </a:solidFill>
                <a:latin typeface="Fraunces"/>
              </a:rPr>
              <a:t>Mach den kostenlosen Bewusstseins-Test – Link in Bio. Und finde heraus, wie viel deines Tages wirklich dir gehört.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19" y="7955279"/>
            <a:ext cx="4937760" cy="96012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E8C15F"/>
              </a:gs>
              <a:gs pos="100000">
                <a:srgbClr val="7E64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Inter"/>
              </a:rPr>
              <a:t>Kostenlosen Bewusstseinstest machen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1688775"/>
            <a:ext cx="6858000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800" b="0" i="0" spc="260">
                <a:solidFill>
                  <a:srgbClr val="626B67"/>
                </a:solidFill>
                <a:latin typeface="Fraunces"/>
              </a:rPr>
              <a:t>WERDE MEISTER DEINER GEDANKEN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