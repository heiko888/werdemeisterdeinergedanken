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rain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94560"/>
            <a:ext cx="1554480" cy="1484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23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 spc="160">
                <a:solidFill>
                  <a:srgbClr val="16231F"/>
                </a:solidFill>
                <a:latin typeface="Fraunces"/>
              </a:rPr>
              <a:t>WERDE </a:t>
            </a:r>
            <a:r>
              <a:rPr sz="1300" b="0" i="0" spc="160">
                <a:solidFill>
                  <a:srgbClr val="7E6410"/>
                </a:solidFill>
                <a:latin typeface="Fraunces"/>
              </a:rPr>
              <a:t>MEISTER</a:t>
            </a:r>
          </a:p>
          <a:p>
            <a:pPr algn="ctr">
              <a:spcBef>
                <a:spcPts val="100"/>
              </a:spcBef>
            </a:pPr>
            <a:r>
              <a:rPr sz="800" b="0" i="0" spc="300">
                <a:solidFill>
                  <a:srgbClr val="48524E"/>
                </a:solidFill>
                <a:latin typeface="Fraunces"/>
              </a:rPr>
              <a:t>—  DEINER GEDANKEN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„Nicht deine Schuld“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79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8524E"/>
                </a:solidFill>
                <a:latin typeface="Inter"/>
              </a:rPr>
              <a:t>Teaser-Reel · Instagram · TikTok · YouTube Shorts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HOOK · 0–3 SEK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16231F"/>
                </a:solidFill>
                <a:latin typeface="Fraunces"/>
              </a:rPr>
              <a:t>Was, wenn dein Problem nie zu wenig Disziplin war?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Nicht zu wenig Disziplin.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Programm, das du nie gewählt hast.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Du bist nicht dein Muster.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0233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JETZT STARTEN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539496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16231F"/>
                </a:solidFill>
                <a:latin typeface="Fraunces"/>
              </a:rPr>
              <a:t>Mach den kostenlosen Bewusstseins-Test – Link in Bio. Und finde heraus, wie viel deines Tages wirklich dir gehört.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19" y="7955279"/>
            <a:ext cx="4937760" cy="9601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Kostenlosen Bewusstseinstest machen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