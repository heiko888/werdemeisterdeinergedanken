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in-freigestel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„Die 7 Stufen“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Reel-Serie · 7 Stufen × 3 Varianten · Hook · On-Screen · 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Autopilot
„Du wirst gelebt“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hab mal einen Tag lang mitgezählt, wie oft ich wirklich entscheide.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hab mitgezählt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Autopilot = Energie sparen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 wiederholt, was du nicht mehr willst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Merken kommt vor Ändern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Diesen einen Satz hab ich jahrelang gesagt: So bin ich eben.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So bin ich 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Charakter –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Früher Schutz, heute Ballast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bist nicht dein Muster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 eine Frage stell ich mir seit Jahren mehrmals am Tag.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 innehalten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Bewusst oder automatisch?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bewerten – nur sehen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Riss im Automatischen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das und probier es heute dreimal – Folge für mehr Übungen.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Erwachen
„Du bemerkst es“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saß im Stau und hab mich zum ersten Mal beim Denken erwischt.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Ah – ich denke gerade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Das Bemerken ist kein Gedanke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Gedanken sind nur Angebote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erste Abstand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Wenn du deine Gedanken hören kannst – wer hört dann eigentlich zu?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bemerkst deine Gedanken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Also bist du mehr als sie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Zuhörer war immer 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Erinnern statt werden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und finde deine Stufe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Drei Atemzüge. Das war meine allererste echte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 innehalten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Drei ruhige Atemzüge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Wer nimmt das wahr?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Training, keine Begabung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und nutze sie heute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Selbstbeobachtung
„Du siehst dir zu“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bin früher in jeden einzelnen Gedanken reingesprungen.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Gedanken = Wasser, das vorbeizieht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Früher: mitgeschwommen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Beobachter bleibt am Ufer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Überblick statt Kälte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einziges Wort hat mich aus dem Griff eines Gedankens geholt.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bin ein Versager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→ „Ich bemerke den Gedanken, dass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Kognitive Defusion = nicht mehr festkleben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Zur Seite gehen statt kämpfen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So hab ich Ordnung in mein Gedankenchaos gekriegt.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1/6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Zehn Minuten zuschauen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2/6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Etikett: planen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3/6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sorgen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4/6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5/6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Bin ich der Gedanke – oder der Benenner?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6/6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Benennen schafft Abstand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– Folge für mehr Werkzeuge.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Emotionale Reifung
„Du lässt los“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hab jahrelang geglaubt, verstehen reicht.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Verstehen reicht nicht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Weggedrücktes wartet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Kopf erklärt statt zu fühlen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gehen darf, macht Platz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hab mal auf die Uhr geschaut, wie lang ein schweres Gefühl wirklich dauert.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hab auf die Uhr geschaut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Steigen – Höhepunkt – Abebben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Am Höhepunkt sitzen bleiben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Die Welle trägt dich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Diesen einen Satz sag ich zu jedem Gefühl, das nicht gehen will.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Etwas Mittelschweres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Wo sitzt es im Körper?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Sanft dahin atmen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darfst da sein. Und du darfst gehen.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für einen ruhigen Moment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Schöpferkraft
„Du erschaffst bewusst“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Was du oft denkst, wird zur Straße in deinem Kopf. Und das ist wörtlich gemeint.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Neuroplastizität = dein Gehirn baut sich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 → Trampelpfad → Straße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Bisher unbewusst gebaut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du fütterst, wächst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Warum die meisten Affirmationen nicht funktionieren – ich hab's selbst falsch gemacht.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bin voller Selbstvertrauen" springt zu weit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lerne gerade zu vertrauen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Ehrlich schlägt groß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Wiederholung + Gefühl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Was ich in den ersten drei Minuten nach dem Aufwachen mache.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Vor dem Handy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Einen Gedanken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 nachspüren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 kleine Handlung festlegen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für morgen früh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Innere Ausrichtung
„Kopf, Herz und Handeln“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war ständig müde, und keiner konnte mir sagen, warum.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Müde ohne Grund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Kopf will A, Bauch will B, du tust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Widerspruch frisst deine Kraft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 Richtung = Ruhe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 Kopf ist ein brillanter Diener. Aber ein ziemlich schlechter Chef.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Kopf: guter Diener, schlechter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Fühlen ist Rückmeldung, keine Laune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Handeln nach 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Stimmigkeit spürt 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Drei Fragen, und ich weiß, wo bei mir gerade die Spannung sitzt.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denkt mein Kopf?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fühlt mein Herz?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tue ich wirklich?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Kohärenz = es passt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den Check für deine nächste Entscheidung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Meisterschaft
„Du gestaltest“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dachte, irgendwann wackelt nichts mehr. Das war ein Irrtum.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„fertig", kein Leben ohne Sturm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 Übung wird 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Reiz-Reaktions-Lücke = dein Moment zu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Schneller zurückfinden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Niemand ist für immer Meister. Ich auch nicht.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„für immer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Stürme kommen weiter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Früher Wochen, heute Minuten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Zuhause, kein Ziel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Wenn mich was triggert, stell ich mir genau eine Frage.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Erst ein Atemzug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Da ist Wut" statt „ich bin wütend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bist nicht das Gefühl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Wer will ich jetzt sein?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für den nächsten Sturm – Mach den Bewusstseinstest,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