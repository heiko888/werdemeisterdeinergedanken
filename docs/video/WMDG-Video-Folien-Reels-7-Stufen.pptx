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</p:sldIdLst>
  <p:sldSz cx="6858000" cy="12191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brain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2194560"/>
            <a:ext cx="1554480" cy="14845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023360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0" i="0" spc="160">
                <a:solidFill>
                  <a:srgbClr val="16231F"/>
                </a:solidFill>
                <a:latin typeface="Fraunces"/>
              </a:rPr>
              <a:t>WERDE </a:t>
            </a:r>
            <a:r>
              <a:rPr sz="1300" b="0" i="0" spc="160">
                <a:solidFill>
                  <a:srgbClr val="7E6410"/>
                </a:solidFill>
                <a:latin typeface="Fraunces"/>
              </a:rPr>
              <a:t>MEISTER</a:t>
            </a:r>
          </a:p>
          <a:p>
            <a:pPr algn="ctr">
              <a:spcBef>
                <a:spcPts val="100"/>
              </a:spcBef>
            </a:pPr>
            <a:r>
              <a:rPr sz="800" b="0" i="0" spc="300">
                <a:solidFill>
                  <a:srgbClr val="48524E"/>
                </a:solidFill>
                <a:latin typeface="Fraunces"/>
              </a:rPr>
              <a:t>—  DEINER GEDANKEN 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557784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600" b="1" i="0">
                <a:solidFill>
                  <a:srgbClr val="16231F"/>
                </a:solidFill>
                <a:latin typeface="Fraunces"/>
              </a:rPr>
              <a:t>„Die 7 Stufen“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955279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48524E"/>
                </a:solidFill>
                <a:latin typeface="Inter"/>
              </a:rPr>
              <a:t>Reel-Serie · 7 Stufen × 3 Varianten · Hook · On-Screen · CTA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STUFE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Autopilot
„Du wirst gelebt“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Ich hab mal einen Tag lang mitgezählt, wie oft ich wirklich entscheide.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Ich hab mitgezählt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Autopilot = Energie sparen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Er wiederholt, was du nicht mehr willst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Merken kommt vor Ändern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Stufe – wir gehen den Weg Schritt für Schritt.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Diesen einen Satz hab ich jahrelang gesagt: So bin ich eben.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So bin ich eben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Kein Charakter –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Früher Schutz, heute Ballast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Du bist nicht dein Muster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Hol dir das kostenlose E-Book „Werde Meister deiner Gedanken"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C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Diese eine Frage stell ich mir seit Jahren mehrmals am Tag.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C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Kurz innehalten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C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Bewusst oder automatisch?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C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Nicht bewerten – nur sehen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C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 Riss im Automatischen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01 · C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 das und probier es heute dreimal – Folge für mehr Übungen.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STUFE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Erwachen
„Du bemerkst es“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Ich saß im Stau und hab mich zum ersten Mal beim Denken erwischt.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Ah – ich denke gerade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Das Bemerken ist kein Gedanke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Gedanken sind nur Angebote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Der erste Abstand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Stufe – wir gehen den Weg Schritt für Schritt.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Wenn du deine Gedanken hören kannst – wer hört dann eigentlich zu?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Du bemerkst deine Gedanken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Also bist du mehr als sie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Der Zuhörer war immer 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Erinnern statt werden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Mach den kostenlosen Bewusstseinstest und finde deine Stufe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C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Drei Atemzüge. Das war meine allererste echte Übung.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C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Kurz innehalten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C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Drei ruhige Atemzüge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C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Wer nimmt das wahr?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C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Training, keine Begabung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02 · C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 die Übung und nutze sie heute – Folge für mehr.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STUFE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Selbstbeobachtung
„Du siehst dir zu“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Ich bin früher in jeden einzelnen Gedanken reingesprungen.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Gedanken = Wasser, das vorbeizieht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Früher: mitgeschwommen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Der Beobachter bleibt am Ufer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Überblick statt Kälte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Stufe – wir gehen den Weg Schritt für Schritt.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Ein einziges Wort hat mich aus dem Griff eines Gedankens geholt.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Ich bin ein Versager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→ „Ich bemerke den Gedanken, dass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Kognitive Defusion = nicht mehr festkleben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Zur Seite gehen statt kämpfen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Hol dir das kostenlose E-Book „Werde Meister deiner Gedanken"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C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So hab ich Ordnung in mein Gedankenchaos gekriegt.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C · ON-SCREEN 1/6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Zehn Minuten zuschauen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C · ON-SCREEN 2/6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Etikett: planen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C · ON-SCREEN 3/6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sorgen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C · ON-SCREEN 4/6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bewerten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C · ON-SCREEN 5/6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Bin ich der Gedanke – oder der Benenner?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C · ON-SCREEN 6/6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Benennen schafft Abstand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03 · C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 die Übung – Folge für mehr Werkzeuge.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STUFE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Emotionale Reifung
„Du lässt los“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Ich hab jahrelang geglaubt, verstehen reicht.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Verstehen reicht nicht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Weggedrücktes wartet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Der Kopf erklärt statt zu fühlen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Was gehen darf, macht Platz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Stufe – wir gehen den Weg Schritt für Schritt.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Ich hab mal auf die Uhr geschaut, wie lang ein schweres Gefühl wirklich dauert.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Ich hab auf die Uhr geschaut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Steigen – Höhepunkt – Abebben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Am Höhepunkt sitzen bleiben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Die Welle trägt dich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Mach den kostenlosen Bewusstseinstest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C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Diesen einen Satz sag ich zu jedem Gefühl, das nicht gehen will.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C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Etwas Mittelschweres wählen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C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Wo sitzt es im Körper?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C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Sanft dahin atmen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C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Du darfst da sein. Und du darfst gehen.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04 · C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 die Übung für einen ruhigen Moment – Folge für mehr.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STUFE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Schöpferkraft
„Du erschaffst bewusst“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Was du oft denkst, wird zur Straße in deinem Kopf. Und das ist wörtlich gemeint.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Neuroplastizität = dein Gehirn baut sich 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Gedanke → Trampelpfad → Straße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Bisher unbewusst gebaut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Was du fütterst, wächst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Stufe – wir gehen den Weg Schritt für Schritt.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Warum die meisten Affirmationen nicht funktionieren – ich hab's selbst falsch gemacht.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Ich bin voller Selbstvertrauen" springt zu weit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Ich lerne gerade zu vertrauen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Ehrlich schlägt groß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Wiederholung + Gefühl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Hol dir das kostenlose E-Book „Werde Meister deiner Gedanken"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C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Was ich in den ersten drei Minuten nach dem Aufwachen mache.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C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Vor dem Handy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C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Einen Gedanken wählen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C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Kurz nachspüren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C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Eine kleine Handlung festlegen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05 · C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 die Übung für morgen früh – Folge für mehr.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STUFE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Innere Ausrichtung
„Kopf, Herz und Handeln“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Ich war ständig müde, und keiner konnte mir sagen, warum.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Müde ohne Grund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Kopf will A, Bauch will B, du tust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Der Widerspruch frisst deine Kraft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Eine Richtung = Ruhe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Stufe – wir gehen den Weg Schritt für Schritt.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Dein Kopf ist ein brillanter Diener. Aber ein ziemlich schlechter Chef.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Kopf: guter Diener, schlechter Chef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Fühlen ist Rückmeldung, keine Laune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Handeln nach Werten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Stimmigkeit spürt 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Mach den kostenlosen Bewusstseinstest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C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Drei Fragen, und ich weiß, wo bei mir gerade die Spannung sitzt.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C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Was denkt mein Kopf?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C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Was fühlt mein Herz?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C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Was tue ich wirklich?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C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Kohärenz = es passt zusammen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06 · C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 den Check für deine nächste Entscheidung – Folge für mehr.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STUFE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Meisterschaft
„Du gestaltest“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Ich dachte, irgendwann wackelt nichts mehr. Das war ein Irrtum.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Kein „fertig", kein Leben ohne Sturm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Aus Übung wird Haltung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Reiz-Reaktions-Lücke = dein Moment zu wählen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Schneller zurückfinden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Stufe – wir gehen den Weg Schritt für Schritt.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Niemand ist für immer Meister. Ich auch nicht.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Kein „für immer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Stürme kommen weiter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Früher Wochen, heute Minuten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 Zuhause, kein Ziel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Hol dir das kostenlose E-Book „Werde Meister deiner Gedanken"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C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Wenn mich was triggert, stell ich mir genau eine Frage.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C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Erst ein Atemzug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C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Da ist Wut" statt „ich bin wütend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C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Du bist nicht das Gefühl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C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Wer will ich jetzt sein?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STUFE 07 · C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 die Übung für den nächsten Sturm – Mach den Bewusstseinstest,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