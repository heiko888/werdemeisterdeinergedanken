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in-freigestel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194560"/>
            <a:ext cx="1554480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02336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 spc="160">
                <a:solidFill>
                  <a:srgbClr val="16231F"/>
                </a:solidFill>
                <a:latin typeface="Fraunces"/>
              </a:rPr>
              <a:t>WERDE </a:t>
            </a:r>
            <a:r>
              <a:rPr sz="1300" b="0" i="0" spc="160">
                <a:solidFill>
                  <a:srgbClr val="7E6410"/>
                </a:solidFill>
                <a:latin typeface="Fraunces"/>
              </a:rPr>
              <a:t>MEISTER</a:t>
            </a:r>
          </a:p>
          <a:p>
            <a:pPr algn="ctr">
              <a:spcBef>
                <a:spcPts val="100"/>
              </a:spcBef>
            </a:pPr>
            <a:r>
              <a:rPr sz="800" b="0" i="0" spc="300">
                <a:solidFill>
                  <a:srgbClr val="48524E"/>
                </a:solidFill>
                <a:latin typeface="Fraunces"/>
              </a:rPr>
              <a:t>—  DEINER GEDANKEN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600" b="1" i="0">
                <a:solidFill>
                  <a:srgbClr val="16231F"/>
                </a:solidFill>
                <a:latin typeface="Fraunces"/>
              </a:rPr>
              <a:t>„Praxis“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955279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48524E"/>
                </a:solidFill>
                <a:latin typeface="Inter"/>
              </a:rPr>
              <a:t>Reel-Serie · Praxis-Übungen · Hook · On-Screen · 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Atembeobachtung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Setz dich für die nächsten zwei Minuten einfach hin – ich mach mit dir 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Aufrecht sitzen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Atem finden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nur beobachten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abschweifen erlaubt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freundlich zurück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morgen früh die ersten fünf Minuten so beginnen.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 meisten glauben, sie können nicht meditieren, weil sie ständig abschweifen.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Abschweifen ist normal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Zurückkehren =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Basis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morgens oder bei vollem Kopf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01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Der innere Beobachter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Stell dir vor, du sitzt am Ufer eines ruhigen Flusses – ich nehm dich 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Ankommen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Fluss vorstellen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 = Blatt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ziehen lassen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wer sieht zu?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heute Abend zehn Minuten ausprobieren.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Du bist nicht der, der denkt. Du bist der, der zusieht.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Zeuge statt Denker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Gedanken nicht folgen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Abstand schafft 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Gedanke ist kein Befehl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02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Body-Scan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Leg dich hin – wir wandern jetzt einmal durch deinen ganzen Körper.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Hinlegen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bei den Füßen starten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langsam aufwärts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in Anspannung atmen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ganzer Körper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für heute Abend zum Runterkommen.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Grübeln passiert im Kopf. Runterkommen passiert im Körper.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Anspannung sitzt im Körper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spüren statt grübeln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nichts muss sich lösen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abends oder bei Anspannung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03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Herz-Kohärenz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Leg jetzt eine Hand auf dein Herz – ich zeig dir, wie das geht.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Hand aufs Herz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5 Sek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5 Sek aus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Wärme hervorrufen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5–10 Atemzüge 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vor der nächsten Entscheidung nutzen.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Es gibt einen Zustand, in dem Kopf und Herz im selben Takt schlagen.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Atem, Herz, Gefühl im Einklang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Ruhe und Klarheit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vor Entscheidungen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3 Minuten reichen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04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Verlängertes Ausatmen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Atme mit mir: einatmen auf vier, ausatmen auf sechs.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zählen: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Aus zählen: 6–8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Pressen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Verhältnis zählt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mit jedem Aus loslassen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für den nächsten unruhigen Moment.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Es gibt einen Atem-Trick, der deinem Körper Entwarnung gibt.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Aus länger als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schaltet auf Ruhe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bei Anspannung oder vor dem Schlaf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unauffällig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05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4-6-Atmung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Drei Minuten, ein klarer Rhythmus – atme jetzt mit mir.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Ein: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Aus: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 anhalten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weicher Übergang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8–10 Zyklen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vor dem nächsten Gespräch nutzen.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fester Atem-Rhythmus wirkt wie ein Geländer für deinen Kopf.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B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4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B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6 aus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B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Takt zum Festhalten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B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akut bei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B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völlig unauffällig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06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Box Breathing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Vier gleiche Phasen, ein Quadrat aus Atem – mach 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Ein: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Halten: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Aus: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Halten: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4–6 Runden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für den nächsten Moment unter Druck.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 Atmung wird sogar in Hochdruck-Berufen genutzt.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Vier gleiche Phasen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Fokus und Ruhe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vor fordernden Momenten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lieber gleichmäßig als 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07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Der Autopilot-Check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Halt genau jetzt für einen Moment inne – wir machen einen Mini-Check.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Innehalten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bewusster Atemzug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bin ich dabei?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in einem Wort benennen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weitergehen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ein- bis dreimal am Tag machen.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Solange der Autopilot unsichtbar bleibt, fühlt er sich einfach wie „du" 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Autopilot fühlt sich wie „du" 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bemerken kommt zuerst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an einen Auslöser koppeln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Türklinke, Ampel, Kaffee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08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Morgen-Ausrichtung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Bevor du morgen zum Handy greifst – nimm dir diese fünf Minuten.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Liegen bleiben, ohne Handy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drei Atemzüge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Wort wählen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Haltung vorstellen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kleine Sache vornehmen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morgen früh gleich starten.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 ersten Minuten nach dem Aufwachen geben deinem ganzen Tag den Ton.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Erste Minuten prägen den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bewusst statt hineinstolpern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Wort als Kompass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vor dem ersten Blick aufs Handy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09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Abend-Reflexion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Bevor du heute einschläfst – lass den Tag noch einmal vorbeiziehen.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Ruhig sitzen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Tag vorbeiziehen lassen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wo bewusst, wo Autopilot?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wofür dankbar?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 Erkenntnis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heute Abend zum ersten Mal machen.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Nicht bewerten. Nur bemerken. Das verändert mehr, als du denkst.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Bemerken statt bewerten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Muster werden sichtbar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schult den Beobachter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beruhigt vor dem Schlaf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10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Loslass-Ritual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Nimm dir ein Blatt Papier – wir setzen einen bewussten Schlusspunkt.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Aufschreiben, ungefiltert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langsam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Abschluss-Satz sprechen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Blatt zerreißen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durchatmen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für den Moment, in dem du einen Schlusspunkt brauchst.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Manches lässt sich nicht wegdenken. Aber verabschieden.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Verabschieden statt wegdenken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Ritual gibt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Handlung schlägt Gedanke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für echte Schlusspunkte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11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Präsenz-Spaziergang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Beim nächsten Spaziergang lass das Handy weg – ich zeig dir, wie.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Handy weg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langsamer 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5 sehen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3 hören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1 riechen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beim nächsten Gang draußen ausprobieren.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Präsenz muss nicht auf dem Meditationskissen stattfinden.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B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Achtsamkeit im 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B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raus aus dem Kopf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B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Hund lebt im Jetzt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B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bei vollem Kopf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B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jede Rückkehr zählt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12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die nächste Übung.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ÜBUNG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Die tägliche Rückkehr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Setz dich einen Moment hin – wir kehren gemeinsam in die Mitte zurück.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A · ON-SCREEN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Wie präsent bin 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A · ON-SCREEN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bewussten Moment erinnern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A · ON-SCREEN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warf mich raus?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A · ON-SCREEN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neu ausrichten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A · ON-SCREEN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eine Geste weitergeben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und zum täglichen Ankerpunkt machen.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Meisterschaft ist nichts, das man erreicht und dann behält.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Zustand, eine Rückkehr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bewahren und weitergeben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gerade wenn alles läuft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ruhig zurückkehren, jeden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ÜBUNG 13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und alle Übungen im Mitgliederbereich entdecken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