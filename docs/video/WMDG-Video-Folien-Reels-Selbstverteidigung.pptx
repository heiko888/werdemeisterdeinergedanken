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rain-freigestel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194560"/>
            <a:ext cx="1554480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2336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0" i="0" spc="160">
                <a:solidFill>
                  <a:srgbClr val="16231F"/>
                </a:solidFill>
                <a:latin typeface="Fraunces"/>
              </a:rPr>
              <a:t>WERDE </a:t>
            </a:r>
            <a:r>
              <a:rPr sz="1300" b="0" i="0" spc="160">
                <a:solidFill>
                  <a:srgbClr val="7E6410"/>
                </a:solidFill>
                <a:latin typeface="Fraunces"/>
              </a:rPr>
              <a:t>MEISTER</a:t>
            </a:r>
          </a:p>
          <a:p>
            <a:pPr algn="ctr">
              <a:spcBef>
                <a:spcPts val="100"/>
              </a:spcBef>
            </a:pPr>
            <a:r>
              <a:rPr sz="800" b="0" i="0" spc="300">
                <a:solidFill>
                  <a:srgbClr val="48524E"/>
                </a:solidFill>
                <a:latin typeface="Fraunces"/>
              </a:rPr>
              <a:t>—  DEINER GEDANKEN 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„Mentale Selbstverteidigung“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955279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48524E"/>
                </a:solidFill>
                <a:latin typeface="Inter"/>
              </a:rPr>
              <a:t>Reel-Serie · Wie dein Denken gelenkt wird · Hook · On-Screen · 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Propaganda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Propaganda erkennst du nicht an lauten Parolen. Sondern hieran.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Wiederholung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Vereinfachung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Keine Lüge nötig.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Woher stammt deine stärkste Überzeugung? Schreib's in die Kommentare.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Diese zwei Sätze meinen dasselbe – und fühlen sich völlig anders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ON-SCREEN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investiert" vs. „gibt aus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ON-SCREEN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Gleiche Zahl, anderes Gefühl.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 das für die nächsten Schlagzeilen.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Sprache &amp; Etiketten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Ein einziges Wort kann eine ganze Diskussion beenden.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ON-SCREEN 1/1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Experte / Querulant / Aktivist / Leugner – Bewertung ohne Beweis.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Welches Reizwort triggert dich sofort?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Medien &amp; Aufmerksamkeit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Medien müssen dir nicht sagen, was du denken sollst.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ON-SCREEN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Auswahl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ON-SCREEN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Häufigkeit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ON-SCREEN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Weglassen.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mehr Durchblick.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Algorithmen &amp; Filterblasen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Du siehst online nicht die Welt. Du siehst dich selbst.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ON-SCREEN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Spiegel, kein Fenster.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ON-SCREEN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Empörung = Reichweite.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heute einer Stimme, die anders denkt.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Werbung &amp; künstlicher Mangel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Werbung verkauft dir kein Produkt. Sie verkauft dir einen Mangel.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ON-SCREEN 1/1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Erst der Mangel. Dann das Produkt.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24-Stunden-Regel vor jedem Kauf. Speichern.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Gruppendruck &amp; Schweigespirale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Die Mehrheit, vor der du dich fürchtest, gibt es oft gar nicht.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ON-SCREEN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Laut ≠ Mehrheit.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ON-SCREEN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Organisiertes Schweigen.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Sag einmal ruhig, was du wirklich denkst.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Autorität &amp; Gehorsam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Derselbe Satz klingt wahrer, wenn ein Titel davorsteht.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ON-SCREEN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Fachwissen ≠ Meinung.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ON-SCREEN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Rückfragen erlaubt.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Teil 2: Wie Angst dich lenkbar macht.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Angst als Steuerungsmittel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Ein ängstlicher Mensch ist der einfachste, den man lenken kann.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ON-SCREEN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Angst verengt.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ON-SCREEN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Erst Bedrohung, dann „Schutz".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Triff im Alarm keine großen Entscheidungen. Speichern.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Wiederholung wird zur Wahrheit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Je öfter du etwas hörst, desto wahrer klingt es. Auch wenn's falsch 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ON-SCREEN 1/1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Vertrautheit ≠ Beweis.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Prüf heute eine Sache, die du für selbstverständlich hältst.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Ablenkung &amp; Überflutung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Man muss dir die Wahrheit nicht verbergen. Es reicht, dich abzulenken.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ON-SCREEN 1/1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Empörung → Erschöpfung → keine Prüfung mehr.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Deine Aufmerksamkeit ist wertvoll. Schütz sie.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Kognitive Dissonanz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Wir lehnen Informationen nicht ab, weil sie falsch sind.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ON-SCREEN 1/1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Unbequem ≠ falsch.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Wann hast du zuletzt zugegeben, dich geirrt zu haben?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Normalisierung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Was gestern undenkbar war, ist heute normal. Wie geht 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ON-SCREEN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Kleine Schritte. Keine Brüche.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ON-SCREEN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War doch schon immer 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 das – und beobachte dich selbst.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Bilder statt Argumente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14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Ein Bild fühlt sich an wie ein Beweis. Ist aber nur ein Ausschnitt.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14 · ON-SCREEN 1/1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Der Ausschnitt ist die Botschaft.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14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Ton weg, dann urteilen. Speichern.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Identität &amp; Meinung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15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Hast du eine Meinung – oder hat die Meinung längst dich?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15 · ON-SCREEN 1/1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Meinung = Werkzeug, kein Körperteil.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15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Bei welchem Thema fühlt sich Widerspruch persönlich 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Reizüberflutung &amp; Alarmbereitschaft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16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Dein Gehirn ist im Daueralarm. Und im Alarm denkst du schlechter.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16 · ON-SCREEN 1/1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Alarm → enges Denken → leichter lenkbar.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16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Ruhe ist keine Zeitverschwendung. Folge für mehr.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