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in-freigestel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194560"/>
            <a:ext cx="1554480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02336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0" i="0" spc="160">
                <a:solidFill>
                  <a:srgbClr val="16231F"/>
                </a:solidFill>
                <a:latin typeface="Fraunces"/>
              </a:rPr>
              <a:t>WERDE </a:t>
            </a:r>
            <a:r>
              <a:rPr sz="1300" b="0" i="0" spc="160">
                <a:solidFill>
                  <a:srgbClr val="7E6410"/>
                </a:solidFill>
                <a:latin typeface="Fraunces"/>
              </a:rPr>
              <a:t>MEISTER</a:t>
            </a:r>
          </a:p>
          <a:p>
            <a:pPr algn="ctr">
              <a:spcBef>
                <a:spcPts val="100"/>
              </a:spcBef>
            </a:pPr>
            <a:r>
              <a:rPr sz="800" b="0" i="0" spc="300">
                <a:solidFill>
                  <a:srgbClr val="48524E"/>
                </a:solidFill>
                <a:latin typeface="Fraunces"/>
              </a:rPr>
              <a:t>—  DEINER GEDANKEN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600" b="1" i="0">
                <a:solidFill>
                  <a:srgbClr val="16231F"/>
                </a:solidFill>
                <a:latin typeface="Fraunces"/>
              </a:rPr>
              <a:t>„Vertiefungen“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955279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48524E"/>
                </a:solidFill>
                <a:latin typeface="Inter"/>
              </a:rPr>
              <a:t>Reel-Serie · Vertiefungen · Hook · On-Screen · 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Automatische Gedanken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Nicht die Situation macht dein Gefühl. Etwas anderes tut 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Gefühl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Fakt – eine Interpretation.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Behandle deinen nächsten schweren Gedanken wie eine Hypothese.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Belege dafür?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Belege dagegen?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Wahrscheinlichste Erklärung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Fairer Satz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beim nächsten Gedankenkippen anwenden.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Konditionierung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Deine Überreaktion ist keine Charakterschwäche. Sie ist gelernt.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A · 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Reiz + Gefühl gekoppelt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A · 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Schicksal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A · 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Gelernt = umlernbar.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Finde den einen Reiz, der dich immer wieder kapert.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3 Überreaktionen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Auslöser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Die alte Erwartung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Neu erfahren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deine Auslöser diese Woche kartieren.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Kognitive Verzerrungen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Nicht jeder Gedanke, der überzeugend klingt, ist auch wahr.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Schwarz-Weiß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Katastrophisieren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Gedankenlesen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Gefühl ≠ Beweis.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Gib deinem nächsten dunklen Gedanken einen Namen.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 aufschreiben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Muster erkennen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Alle benennen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Fair neu formulieren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als deine kleine Denkfehler-Checkliste.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Kernüberzeugungen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Unter deinen vielen Gedanken liegen nur wenige tiefe Sätze.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A · 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 = Blatt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A · 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Überzeugung = Wurzel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A · 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Sie filtert, statt zu stimmen.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Vier Fragen bis zu dem Satz, der alles einfärbt.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sagt das über mich?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3–4 Mal 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„Klick"-Satz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Gegenbeweise sammeln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die Abwärts-Frage einmal in Ruhe machen.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Der innere Kritiker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Deine strengste innere Stimme ist nicht dein Feind.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A · 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Übernommene Stimme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A · 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Alter Schutz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A · 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Nicht besiegen – entmachten.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Antworte deinem inneren Kritiker wie ein guter Mentor.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Kritiker-Satz notieren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Wovor schützt du mich?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Mentor antwortet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Laut sagen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beim nächsten harten Satz die Mentor-Antwort finden.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Neuroplastizität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Veränderung ist kein Wunschdenken. Sie ist Biologie.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A · 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Wiederholen = verstärken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A · 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Ungenutztes verblasst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A · 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Häufigkeit schlägt Intensität.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Zwei Minuten am Tag legen eine neue Spur in deinem Gehirn 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Gedanke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Feste Gelegenheit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Mit Gefühl koppeln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Täglich dran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deine eine Bahn ab morgen bahnen.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Die Reiz-Reaktions-Lücke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Zwischen dem, was passiert, und dem, was du tust, liegt dein ganzer Freiraum.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A · 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Reiz → Reaktion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A · 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Automatik unter Stress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A · 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Antworten statt reagieren.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 einziger Atemzug schiebt einen Keil zwischen Reiz und Reaktion.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Innehalten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Atemzug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Wie will ich antworten?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Bewusst handeln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bei der nächsten Provokation den einen Atemzug nehmen.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Grübeln &amp; Gedankenkreisen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Grübeln fühlt sich an wie Problemlösen. Ist aber keins.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A · 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Kreisen ≠ Lösen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A · 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Näher an der Antwort?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A · 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Muster, kein Nachdenken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Eine Frage entlarvt jede Grübelschleife sofort.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Löse oder wiederhole 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Stopp.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5 Dinge sehen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nächster Schritt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beim nächsten Gedankenkarussell den Cut setzen.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Emotionsregulation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Es gibt einen dritten Weg zwischen Wegdrücken und Überflutetwerden.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Nicht wegdrücken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Nicht überflutet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Steigt, kippt, sinkt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Die Welle trägt.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Gib einem heftigen Gefühl 90 Sekunden, bevor du entscheidest.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Benennen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Im Körper verorten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Länger ausatmen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90 Sekunden warten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im nächsten Sturm die 90-Sekunden-Regel nutzen.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Selbstmitgefühl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Du wirst nicht besser, indem du hart mit dir bist. Das Gegenteil stimmt.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A · 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Härte ≠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A · 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 Weichspüler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A · 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stabilere Boden.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Sag dir, was du einem geliebten Freund in derselben Lage sagen würdest.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sagst du einem Freund?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Hand auf die Brust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Das ist schwer.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bin nicht allein.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beim nächsten harten Tag die Freundes-Hand nutzen.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Werte &amp; 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Du kannst jedes Ziel erreichen und dich trotzdem leer fühlen.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A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Ziel = Punkt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A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Wert = Richtung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A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Das Wofür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A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Kompass, keine Liste.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 stimmiger Moment verrät dir, was dir wirklich wichtig 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Stimmiger Moment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8–10 Wörter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Auf 3–4 kürzen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Ich lebe ihn, wenn ich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dir 20 Minuten für deine Kern-Werte nehmen.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Muster, Körper &amp; Gesundheit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Dein Körper unterscheidet nicht zwischen echter Gefahr und einem sorgenvollen Gedanken.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A · 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Gedanke = Stressreaktion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A · 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Chronisch → körperlich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A · 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Innere Arbeit ist Körperarbeit.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 (Ersetzt keine ärztliche Behandlung.)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Wo sitzt dein Stress gerade – im Kiefer, im Nacken, im Bauch?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Körper scannen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Stelle lockern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4, aus 6–8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Warnsignale notieren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den Körper-Check heute dreimal machen.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Integration &amp; Weitergabe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A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Du kannst alles verstanden haben und im Streit trotzdem reagieren wie früher.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A · 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Wissen ≠ Verkörpern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A · 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Wiederholung im Alltag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A · 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Kürzerer Weg zurück.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A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den nächsten Mechanismus deines Denkens.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B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Erklär es einem Menschen, der dir wichtig ist – und du merkst, was du wirklich lebst.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B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In 3–4 Sätzen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B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Ohne Fachbegriffe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B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Streiche Ungelebtes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B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Was bleibt = dein Fundament.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B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Speichern &amp; einem wichtigen Menschen deinen wichtigsten Satz weitergeben.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