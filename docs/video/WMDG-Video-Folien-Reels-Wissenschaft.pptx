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in-freigestel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„Die Wissenschaft dahinter“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Wissenschaft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Freier Wille
„Entscheidest du oder dein Gehirn?“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Gehirn trifft manche Entscheidungen, bevor du sie merkst.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Libet-Experiment 1983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Hirn ist früher dran als das Bewusstsein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Deutung umstritten!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Trainiere den bewussten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Ganzer Artikel im Blog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Neuroplastizität
„Dein Gehirn bleibt formbar“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Gehirn ist kein fertiges Gerät. Es baut sich ständig 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Taxifahrer: größerer Hippocampus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Jonglieren mehrt graue Substanz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Fire together, wire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Häufigkeit schlägt Intensität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Mehr in der Vertiefung „Neuroplastizität"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Gefühle benennen
„Name it to tame it“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einziges Wort kann dein aufgewühltes Gehirn beruhigen.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Gefühl in Worte fassen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Amygdala wird ruhiger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bemerke Wut" statt „Ich bin wütend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Benennen = Abstand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Mach den kostenlosen Bewusstseinstest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Denkfehler
„Warum dein Kopf dich täuscht“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liegst nicht zufällig daneben – sondern vorhersehbar.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Leicht erinnert = für häufig gehalten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Erste Zahl färbt das 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Klugheit schützt nicht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Kurze Pause: Fakt oder Deutung?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Ganzer Artikel im Blog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Willenskraft
„überschätzt“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Wenn Disziplin allein reicht – warum scheitert sie so oft?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Willenskraft wie ein Muskel"?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Große Replikation fand den Effekt nicht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Replikationskrise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Umgebung &gt; Disziplin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mehr ehrliche Psychologie.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Der abschweifende Geist
„47 %“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Fast die Hälfte deines Tages bist du gedanklich woanders.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~47 % der Wachzeit abgeschweift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Geist wandert zu Sorgen &amp; Was-wäre-wenn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Abschweifen = unglücklicher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Präsenz ist kein Luxus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Mehr Übungen zur Präsenz – Folge für die Serie.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Placebo
„Wenn Erwartung den Körper verändert“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Eine Überzeugung kann echte Prozesse in deinem Körper anstoßen.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Placebo = reale Körperprozesse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Erwartung setzt Endorphine frei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Ersatz für Medizin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Haltung wirkt 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Mehr dazu im Blog: „Wie Gedanken deinen Körper formen" – Link in Bio.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