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01 – Autopilot. Ziellänge: 6–8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01 · Autopilot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02 – Erwachen. Ziellänge: 6–8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02 · Erwachen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03 – Selbstbeobachtung. Ziellänge: 7–9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03 · Selbstbeobachtung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04 – Emotionale Reifung. Ziellänge: 7–9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04 · Emotionale Reifung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05 – Schöpferkraft. Ziellänge: 7–9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05 · Schöpferkraft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06 – Innere Ausrichtung. Ziellänge: 6–8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06 · Innere Ausrichtung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07 – Meisterschaft. Ziellänge: 7–9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07 · Meisterschaft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4-6-Atmung.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Atembeobachtung.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Box Breathing.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Verlängertes Ausatmen.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Body-Scan.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Herz-Kohärenz.</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Der innere Beobachter.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Abend-Reflexion.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Der Autopilot-Check.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Loslass-Ritual.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Morgen-Ausrichtung.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Präsenz-Spaziergang.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Die tägliche Rückkehr.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Automatische Gedanken.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Automatische Gedanken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Emotionsregulation.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Emotionsregulation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Grübeln &amp; Gedankenkreisen.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Grübeln &amp; Gedankenkreisen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Der innere Kritiker.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Der innere Kritiker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Integration &amp; Weitergabe.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Integration &amp; Weitergabe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Kernüberzeugungen.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Kernüberzeugungen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Kognitive Verzerrungen.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Kognitive Verzerrungen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Konditionierung.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Konditionierung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Muster, Körper &amp; Gesundheit.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Muster, Körper &amp; Gesundheit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Neuroplastizität.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Neuroplastizität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Die Reiz-Reaktions-Lücke.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Die Reiz-Reaktions-Lücke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Selbstmitgefühl.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Selbstmitgefühl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Werte &amp; Ziele.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Werte &amp; Ziele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 Propaganda &amp; Konditionierung.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Propaganda &amp; Konditionierung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2: Framing.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Framing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3: Sprache &amp; Etiketten.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Sprache &amp; Etiketten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4: Medien &amp; Aufmerksamkeit.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Medien &amp; Aufmerksamkeit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5: Algorithmen &amp; Filterblasen.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Algorithmen &amp; Filterblasen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6: Werbung &amp; künstlicher Mangel.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Werbung &amp; künstlicher Mangel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7: Gruppendruck &amp; Schweigespirale.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Gruppendruck &amp; Schweigespirale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8: Autorität &amp; Gehorsam.</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Autorität &amp; Gehorsam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9: Angst als Steuerungsmittel.</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Angst als Steuerungsmittel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10: Wiederholung wird zur Wahrheit.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Wiederholung wird zur Wahrheit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11: Ablenkung &amp; Überflutung.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Ablenkung &amp; Überflutung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12: Kognitive Dissonanz.</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Kognitive Dissonanz</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13: Normalisierung.</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Normalisierung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14: Bilder statt Argumente.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Bilder statt Argumente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15: Identität &amp; Meinung.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Identität &amp; Meinung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16: Reizüberflutung &amp; Alarmbereitschaft.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Reizüberflutung &amp; Alarmbereitschaft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Rectangle 1"/>
          <p:cNvSpPr/>
          <p:nvPr/>
        </p:nvSpPr>
        <p:spPr>
          <a:xfrm>
            <a:off x="0" y="0"/>
            <a:ext cx="12191695" cy="146304"/>
          </a:xfrm>
          <a:prstGeom prst="rect">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in-freigestellt.png"/>
          <p:cNvPicPr>
            <a:picLocks noChangeAspect="1"/>
          </p:cNvPicPr>
          <p:nvPr/>
        </p:nvPicPr>
        <p:blipFill>
          <a:blip r:embed="rId2"/>
          <a:stretch>
            <a:fillRect/>
          </a:stretch>
        </p:blipFill>
        <p:spPr>
          <a:xfrm>
            <a:off x="5272887" y="1234440"/>
            <a:ext cx="1645920" cy="1645920"/>
          </a:xfrm>
          <a:prstGeom prst="rect">
            <a:avLst/>
          </a:prstGeom>
        </p:spPr>
      </p:pic>
      <p:sp>
        <p:nvSpPr>
          <p:cNvPr id="4" name="TextBox 3"/>
          <p:cNvSpPr txBox="1"/>
          <p:nvPr/>
        </p:nvSpPr>
        <p:spPr>
          <a:xfrm>
            <a:off x="3352647" y="3063240"/>
            <a:ext cx="5486400" cy="640080"/>
          </a:xfrm>
          <a:prstGeom prst="rect">
            <a:avLst/>
          </a:prstGeom>
          <a:noFill/>
        </p:spPr>
        <p:txBody>
          <a:bodyPr wrap="square" anchor="t" lIns="0" rIns="0" tIns="0" bIns="0">
            <a:noAutofit/>
          </a:bodyPr>
          <a:lstStyle/>
          <a:p>
            <a:pPr algn="ctr"/>
            <a:r>
              <a:rPr sz="1495" b="0" i="0" spc="160">
                <a:solidFill>
                  <a:srgbClr val="16231F"/>
                </a:solidFill>
                <a:latin typeface="Fraunces"/>
              </a:rPr>
              <a:t>WERDE </a:t>
            </a:r>
            <a:r>
              <a:rPr sz="1495" b="0" i="0" spc="160">
                <a:solidFill>
                  <a:srgbClr val="7E6410"/>
                </a:solidFill>
                <a:latin typeface="Fraunces"/>
              </a:rPr>
              <a:t>MEISTER</a:t>
            </a:r>
          </a:p>
          <a:p>
            <a:pPr algn="ctr">
              <a:spcBef>
                <a:spcPts val="100"/>
              </a:spcBef>
            </a:pPr>
            <a:r>
              <a:rPr sz="919" b="0" i="0" spc="300">
                <a:solidFill>
                  <a:srgbClr val="48524E"/>
                </a:solidFill>
                <a:latin typeface="Fraunces"/>
              </a:rPr>
              <a:t>—  DEINER GEDANKEN  —</a:t>
            </a:r>
          </a:p>
        </p:txBody>
      </p:sp>
      <p:sp>
        <p:nvSpPr>
          <p:cNvPr id="5" name="TextBox 4"/>
          <p:cNvSpPr txBox="1"/>
          <p:nvPr/>
        </p:nvSpPr>
        <p:spPr>
          <a:xfrm>
            <a:off x="1371600" y="3703320"/>
            <a:ext cx="9448495" cy="1828800"/>
          </a:xfrm>
          <a:prstGeom prst="rect">
            <a:avLst/>
          </a:prstGeom>
          <a:noFill/>
        </p:spPr>
        <p:txBody>
          <a:bodyPr wrap="square" anchor="t" lIns="0" rIns="0" tIns="0" bIns="0">
            <a:noAutofit/>
          </a:bodyPr>
          <a:lstStyle/>
          <a:p>
            <a:pPr algn="ctr">
              <a:lnSpc>
                <a:spcPct val="102000"/>
              </a:lnSpc>
            </a:pPr>
            <a:r>
              <a:rPr sz="4000" b="1" i="0">
                <a:solidFill>
                  <a:srgbClr val="16231F"/>
                </a:solidFill>
                <a:latin typeface="Fraunces"/>
              </a:rPr>
              <a:t>Video-Folien</a:t>
            </a:r>
          </a:p>
        </p:txBody>
      </p:sp>
      <p:sp>
        <p:nvSpPr>
          <p:cNvPr id="6" name="TextBox 5"/>
          <p:cNvSpPr txBox="1"/>
          <p:nvPr/>
        </p:nvSpPr>
        <p:spPr>
          <a:xfrm>
            <a:off x="1828800" y="5257800"/>
            <a:ext cx="8534095" cy="731520"/>
          </a:xfrm>
          <a:prstGeom prst="rect">
            <a:avLst/>
          </a:prstGeom>
          <a:noFill/>
        </p:spPr>
        <p:txBody>
          <a:bodyPr wrap="square" anchor="t" lIns="0" rIns="0" tIns="0" bIns="0">
            <a:noAutofit/>
          </a:bodyPr>
          <a:lstStyle/>
          <a:p>
            <a:pPr algn="ctr">
              <a:lnSpc>
                <a:spcPct val="120000"/>
              </a:lnSpc>
            </a:pPr>
            <a:r>
              <a:rPr sz="1500" b="0" i="0">
                <a:solidFill>
                  <a:srgbClr val="48524E"/>
                </a:solidFill>
                <a:latin typeface="Inter"/>
              </a:rPr>
              <a:t>On-Screen-Einblendungen für die Langvideos · Creme-Branding</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Rounded Rectangle 1"/>
          <p:cNvSpPr/>
          <p:nvPr/>
        </p:nvSpPr>
        <p:spPr>
          <a:xfrm>
            <a:off x="868680" y="2377440"/>
            <a:ext cx="82296" cy="2103120"/>
          </a:xfrm>
          <a:prstGeom prst="roundRect">
            <a:avLst>
              <a:gd name="adj" fmla="val 50000"/>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56032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DIE REISE</a:t>
            </a:r>
          </a:p>
        </p:txBody>
      </p:sp>
      <p:sp>
        <p:nvSpPr>
          <p:cNvPr id="4" name="TextBox 3"/>
          <p:cNvSpPr txBox="1"/>
          <p:nvPr/>
        </p:nvSpPr>
        <p:spPr>
          <a:xfrm>
            <a:off x="1280160" y="2926080"/>
            <a:ext cx="9494215" cy="1463040"/>
          </a:xfrm>
          <a:prstGeom prst="rect">
            <a:avLst/>
          </a:prstGeom>
          <a:noFill/>
        </p:spPr>
        <p:txBody>
          <a:bodyPr wrap="square" anchor="t" lIns="0" rIns="0" tIns="0" bIns="0">
            <a:noAutofit/>
          </a:bodyPr>
          <a:lstStyle/>
          <a:p>
            <a:pPr>
              <a:lnSpc>
                <a:spcPct val="103000"/>
              </a:lnSpc>
            </a:pPr>
            <a:r>
              <a:rPr sz="4400" b="1" i="0">
                <a:solidFill>
                  <a:srgbClr val="16231F"/>
                </a:solidFill>
                <a:latin typeface="Fraunces"/>
              </a:rPr>
              <a:t>Die 7 Stufen</a:t>
            </a: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1</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01</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Autopilot</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wirst gelebt“</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01</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bin nicht mein Autopilot. Ich kann bemerken, was in mir abläuft – und das verändert alles.</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01 · AUTOPILOT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2</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02</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Erwachen</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bemerkst es“</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02</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bin nicht meine Gedanken. Ich bin das Bewusstsein, das sie bemerkt.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02 · ERWACHEN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3</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03</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Selbstbeobachtung</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siehst dir zu“</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sehe meinen Gedanken und Mustern ruhig zu. Ich muss ihnen nicht folgen.</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03 · SELBSTBEOBACHTUNG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4</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04</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Emotionale Reifung</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lässt los“</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darf fühlen, was ist – und ich darf loslassen, was war. Ich werde leicht.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04 · EMOTIONALE REIFUNG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5</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05</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Schöpferkraft</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erschaffst bewusst“</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05</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wähle meine Gedanken bewusst. Was ich nähre, wächst.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05 · SCHÖPFERKRAFT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6</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06</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Innere Ausrichtung</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„Kopf, Herz und Handeln“</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06</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Kopf, Herz und Handeln ziehen an einem Strang. Ich bin stimmig.</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06 · INNERE AUSRICHTUNG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7</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07</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Meisterschaft</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gestaltest“</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07</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reagiere nicht mehr – ich gestalte. Bewusstsein ist mein Zuhause.</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07 · MEISTERSCHAFT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Rounded Rectangle 1"/>
          <p:cNvSpPr/>
          <p:nvPr/>
        </p:nvSpPr>
        <p:spPr>
          <a:xfrm>
            <a:off x="868680" y="2377440"/>
            <a:ext cx="82296" cy="2103120"/>
          </a:xfrm>
          <a:prstGeom prst="roundRect">
            <a:avLst>
              <a:gd name="adj" fmla="val 50000"/>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56032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WERKZEUGKASTEN</a:t>
            </a:r>
          </a:p>
        </p:txBody>
      </p:sp>
      <p:sp>
        <p:nvSpPr>
          <p:cNvPr id="4" name="TextBox 3"/>
          <p:cNvSpPr txBox="1"/>
          <p:nvPr/>
        </p:nvSpPr>
        <p:spPr>
          <a:xfrm>
            <a:off x="1280160" y="2926080"/>
            <a:ext cx="9494215" cy="1463040"/>
          </a:xfrm>
          <a:prstGeom prst="rect">
            <a:avLst/>
          </a:prstGeom>
          <a:noFill/>
        </p:spPr>
        <p:txBody>
          <a:bodyPr wrap="square" anchor="t" lIns="0" rIns="0" tIns="0" bIns="0">
            <a:noAutofit/>
          </a:bodyPr>
          <a:lstStyle/>
          <a:p>
            <a:pPr>
              <a:lnSpc>
                <a:spcPct val="103000"/>
              </a:lnSpc>
            </a:pPr>
            <a:r>
              <a:rPr sz="4400" b="1" i="0">
                <a:solidFill>
                  <a:srgbClr val="16231F"/>
                </a:solidFill>
                <a:latin typeface="Fraunces"/>
              </a:rPr>
              <a:t>Praxis</a:t>
            </a: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ATEMÜBUNG</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4-6-Atmung</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~3 Min  ·  Stufe 4</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MEDITATION</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Atembeobachtung</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~8 Min  ·  Stufe 1</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ATEMÜBUNG</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Box Breathing</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3–5 Min  ·  Stufe 6</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ATEMÜBUNG</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Verlängertes Ausatmen</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3–5 Min  ·  Stufe 4</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MEDITATION</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Body-Scan</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~15 Min  ·  Stufe 4</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MEDITATION</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Herz-Kohärenz</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~8 Min  ·  Stufe 6</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MEDITATION</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Der innere Beobachter</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~10 Min  ·  Stufe 3</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Abend-Reflexion</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5–10 Min  ·  Stufe 3</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Der Autopilot-Check</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~2 Min  ·  Stufe 1</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Loslass-Ritual</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~15 Min  ·  Stufe 4</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Morgen-Ausrichtung</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~5 Min  ·  Stufe 5</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Präsenz-Spaziergang</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10–20 Min  ·  Stufe 2</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Die tägliche Rückkehr</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~5 Min  ·  Stufe 7</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Rounded Rectangle 1"/>
          <p:cNvSpPr/>
          <p:nvPr/>
        </p:nvSpPr>
        <p:spPr>
          <a:xfrm>
            <a:off x="868680" y="2377440"/>
            <a:ext cx="82296" cy="2103120"/>
          </a:xfrm>
          <a:prstGeom prst="roundRect">
            <a:avLst>
              <a:gd name="adj" fmla="val 50000"/>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56032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HINTERGRUND</a:t>
            </a:r>
          </a:p>
        </p:txBody>
      </p:sp>
      <p:sp>
        <p:nvSpPr>
          <p:cNvPr id="4" name="TextBox 3"/>
          <p:cNvSpPr txBox="1"/>
          <p:nvPr/>
        </p:nvSpPr>
        <p:spPr>
          <a:xfrm>
            <a:off x="1280160" y="2926080"/>
            <a:ext cx="9494215" cy="1463040"/>
          </a:xfrm>
          <a:prstGeom prst="rect">
            <a:avLst/>
          </a:prstGeom>
          <a:noFill/>
        </p:spPr>
        <p:txBody>
          <a:bodyPr wrap="square" anchor="t" lIns="0" rIns="0" tIns="0" bIns="0">
            <a:noAutofit/>
          </a:bodyPr>
          <a:lstStyle/>
          <a:p>
            <a:pPr>
              <a:lnSpc>
                <a:spcPct val="103000"/>
              </a:lnSpc>
            </a:pPr>
            <a:r>
              <a:rPr sz="4400" b="1" i="0">
                <a:solidFill>
                  <a:srgbClr val="16231F"/>
                </a:solidFill>
                <a:latin typeface="Fraunces"/>
              </a:rPr>
              <a:t>Vertiefungen</a:t>
            </a: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1</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Automatische Gedanken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1</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Zwischen Situation und Gefühl steht immer ein Gedanke. Wer ihn erwischt, gewinnt die Wahl zurück.</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AUTOMATISCHE GEDANKEN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Emotionsregulation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Gefühle sind Wellen mit Anfang und Ende. Benennen, halten, atmen – dann tragen sie dich, statt dich fortzureißen.</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EMOTIONSREGULATION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3</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Grübeln &amp; Gedankenkreisen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Grübeln ist Wiederholung, kein Fortschritt. Du gewinnst es nicht – du unterbrichst es.</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GRÜBELN &amp; GEDANKENKREISEN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Der innere Kritiker</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innere Kritiker ist ein alter Beschützer. Du besiegst ihn nicht – du nimmst ihm die Autorität.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DER INNERE KRITIKER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7</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Integration &amp; Weitergabe</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7</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Meisterschaft zeigt sich nicht im Nie-mehr-Fallen, sondern im ruhigen Zurückkehren – und im Weitergeben dessen, was du wirklich lebst.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INTEGRATION &amp; WEITERGABE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3</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Kernüberzeugungen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Unter den Gedanken liegen wenige tiefe Regeln. Sie ändern sich durch Gegenerfahrung, nicht durch Sprüche.</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KERNÜBERZEUGUNGEN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3</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Kognitive Verzerrungen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Denkfehler folgen wenigen Mustern. Wer sie benennt, muss ihnen nicht mehr glauben.</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KOGNITIVE VERZERRUNGEN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1</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Konditionierung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1</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Konditionierung ist gelerntes Reagieren – kein Schicksal. Neue Erfahrung schreibt die alte Kopplung um.</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KONDITIONIERUNG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Muster, Körper &amp; Gesundheit</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Anhaltende Muster gehen in den Körper – ein reguliertes Nervensystem entlastet ihn wieder. Innere Arbeit ist auch Körperarbeit.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MUSTER, KÖRPER &amp; GESUNDHEIT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5</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Neuroplastizität</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5</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Dein Gehirn folgt dem, was du wiederholst. Häufigkeit schlägt Intensität – und macht Veränderung real.</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NEUROPLASTIZITÄT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2</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Die Reiz-Reaktions-Lücke</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2</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Du kannst den Reiz nicht wählen – aber den Moment danach. In diesem Spalt liegt deine ganze Freiheit.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DIE REIZ-REAKTIONS-LÜCKE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Selbstmitgefühl</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Freundlichkeit zu dir ist kein Nachlassen, sondern der stabilere Boden. Menschen wachsen durch Ermutigung, nicht durch Abwertung.</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SELBSTMITGEFÜHL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6</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Werte &amp; Ziele</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6</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Ziele erreichst du, Werte lebst du. Wer seine Richtung kennt, findet Sinn im Weg – nicht erst im Ergebnis.</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WERTE &amp; ZIELE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Rounded Rectangle 1"/>
          <p:cNvSpPr/>
          <p:nvPr/>
        </p:nvSpPr>
        <p:spPr>
          <a:xfrm>
            <a:off x="868680" y="2377440"/>
            <a:ext cx="82296" cy="2103120"/>
          </a:xfrm>
          <a:prstGeom prst="roundRect">
            <a:avLst>
              <a:gd name="adj" fmla="val 50000"/>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56032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GEDANKENFREIHEIT</a:t>
            </a:r>
          </a:p>
        </p:txBody>
      </p:sp>
      <p:sp>
        <p:nvSpPr>
          <p:cNvPr id="4" name="TextBox 3"/>
          <p:cNvSpPr txBox="1"/>
          <p:nvPr/>
        </p:nvSpPr>
        <p:spPr>
          <a:xfrm>
            <a:off x="1280160" y="2926080"/>
            <a:ext cx="9494215" cy="1463040"/>
          </a:xfrm>
          <a:prstGeom prst="rect">
            <a:avLst/>
          </a:prstGeom>
          <a:noFill/>
        </p:spPr>
        <p:txBody>
          <a:bodyPr wrap="square" anchor="t" lIns="0" rIns="0" tIns="0" bIns="0">
            <a:noAutofit/>
          </a:bodyPr>
          <a:lstStyle/>
          <a:p>
            <a:pPr>
              <a:lnSpc>
                <a:spcPct val="103000"/>
              </a:lnSpc>
            </a:pPr>
            <a:r>
              <a:rPr sz="4400" b="1" i="0">
                <a:solidFill>
                  <a:srgbClr val="16231F"/>
                </a:solidFill>
                <a:latin typeface="Fraunces"/>
              </a:rPr>
              <a:t>Mentale Selbstverteidigung</a:t>
            </a: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01</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Propaganda &amp; Konditionierung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01</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Schutz ist eine einzige Frage: Woher habe ich das eigentlich – geprüft, oder nur oft gehört? Beeinflussung wirkt über Wiederholung, Emotion und Vereinfachung – nicht über Beweise. Wer das bemerkt, gewinnt Abstand.</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PROPAGANDA &amp; KONDITIONIERUNG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02</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Framing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02</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Framing heißt nicht, dass alles gelogen ist. Jede Kommunikation braucht einen Rahmen. Problematisch wird es, wo ein Rahmen als einzige Wahrheit auftritt und jede andere Sicht abwertet. Gedankenfreiheit beginnt damit, den Rahmen zu erkennen, bevor du die Bewertung darin übernimmst.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FRAMING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03</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Sprache &amp; Etiketten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Das Gegenmittel: Zieh das Etikett ab. Beschreib nur die Handlung und schau, ob die Aussage dann noch überzeugt. Ein Etikett ist eine Bewertung ohne Begründung.</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SPRACHE &amp; ETIKETTEN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Medien &amp; Aufmerksamkeit</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Test ist einfach: Werde ich hier klüger und ruhiger – oder nur aufgeregter? Wer die Themen setzt, lenkt dein Denken. Nicht durch die Antwort, sondern durch die Frage, die überhaupt gestellt wird.</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MEDIEN &amp; AUFMERKSAMKEIT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05</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Algorithmen &amp; Filterblasen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05</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Schutz: Folge bewusst Stimmen, die anders denken. Klick nicht auf alles, was dich empört. Dein Feed ist ein Spiegel deines Verhaltens, kein Fenster zur Welt.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ALGORITHMEN &amp; FILTERBLASEN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06</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Werbung &amp; künstlicher Mangel</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06</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Ausweg ist nicht Verzicht, sondern eine Pause zwischen Impuls und Kauf. Wollte ich das schon vorher – oder erst seit der Werbung? Vieles kaufst du nicht aus Bedarf, sondern weil dir vorher das Gefühl gegeben wurde, dass dir etwas fehlt.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WERBUNG &amp; KÜNSTLICHER MANGEL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07</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Gruppendruck &amp; Schweigespirale</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07</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Mut fängt klein an: einmal ruhig und freundlich sagen, was du wirklich denkst. Fast immer stellt sich heraus, dass mehr Menschen zustimmen, als du dachtest – und dass die befürchtete Ausgrenzung viel kleiner ausfällt.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GRUPPENDRUCK &amp; SCHWEIGESPIRALE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08</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Autorität &amp; Gehorsam</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08</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Vertraue Fachwissen – aber hör nicht auf mitzudenken. Ein Titel ist ein Grund zuzuhören, kein Grund, nicht mehr zu prüfen.</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AUTORITÄT &amp; GEHORSAM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09</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Angst als Steuerungsmittel</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09</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Schutz beginnt im Körper: langsamer ausatmen, im Alarmzustand keine großen Entscheidungen treffen, und ehrlich fragen: Was liegt tatsächlich in meiner Hand? Angst verengt den Blick und macht lenkbar. Ruhe zurückzugewinnen ist Selbstschutz.</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ANGST ALS STEUERUNGSMITTEL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10</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Wiederholung wird zur Wahrheit</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10</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Behandle das, was du oft gehört hast, mit derselben Skepsis wie beim ersten Mal. Vertrautheit ist kein Beweis.</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WIEDERHOLUNG WIRD ZUR WAHRHEIT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11</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Ablenkung &amp; Überflutung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11</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Frag bei jedem Aufreger: Betrifft das mein Leben – oder nur meine Erregung? Kann ich etwas tun? Wenn nicht, ist es vor allem Ablenkung. Deine Aufmerksamkeit bewusst zu schützen, ist eine Form der geistigen Selbstbestimmung.</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ABLENKUNG &amp; ÜBERFLUTUNG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12</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Kognitive Dissonanz</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12</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Die reifere Fähigkeit ist, einen Abstand zwischen dich und deine Überzeugungen zu legen. Unbehagen ist ein Hinweis, genauer hinzuschauen – nicht wegzuschauen.</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KOGNITIVE DISSONANZ</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13</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Normalisierung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Punkt ist nicht, jede Veränderung abzulehnen, sondern sie überhaupt zu bemerken. Nimm deine erste, noch wache Reaktion ernst, bevor die Gewöhnung sie überschreibt. Wer die Verschiebung sieht, behält die Wahl, ob er sie mitträgt.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NORMALISIERUNG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Bilder statt Argumente</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Frag bei einem wirkmächtigen Bild: Was könnte außerhalb des Ausschnitts liegen? Und trenne das Gefühl, das es weckt, von der Frage, was es wirklich belegt. Ein Bild ist ein gewählter Ausschnitt, kein vollständiger Beweis.</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BILDER STATT ARGUMENTE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15</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Identität &amp; Meinung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15</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Die Freiheit liegt darin, einen Abstand zwischen dich und deine Meinungen zu legen. Eine Überzeugung ändern zu können ist keine Schwäche, sondern Reife. Eine Meinung ist ein Werkzeug, kein Körperteil.</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IDENTITÄT &amp; MEINUNG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16</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Reizüberflutung &amp; Alarmbereitschaft</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16</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Ausweg ist kein Input, sondern Ruhe. Erst wenn dein System herunterfährt, entsteht wieder der Raum zwischen Reiz und Reaktion, in dem du frei bist. Ruhe ist keine Zeitverschwendung – sie ist der Zustand, in dem du wieder wählen kannst.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REIZÜBERFLUTUNG &amp; ALARMBEREITSCHAFT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