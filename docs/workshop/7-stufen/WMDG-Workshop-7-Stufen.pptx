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Kurz vorstellen. Rahmen setzen: heute geht es nicht um Ratschläge, sondern ums bewusste Sehen. Sicherheit/Vertraulichkeit im Raum betonen.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ruhig durchgehen. Zeitrahmen nennen. Frage in die Runde: Was möchtet ihr heute mitnehmen?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Wirken lassen. Kurze Stille nach dem Satz. Überleitung: Schauen wir uns diesen Autopilot genauer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verankern. Frage: Wie viele dieser Gedanken sind wirklich bewusst gewählt? Überleitung zur ersten Übung.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anleiten und Zeit lassen. Danach 2–3 Stimmen aus der Gruppe einsammeln. Nichts bewerten.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Übergang zum Kern. Betonen: Es ist eine Landkarte, kein starres Schema. Man bewegt sich vor und zurück.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 geben, noch nicht vertiefen. Ankündigen: Wir gehen jede Stufe einzeln durch.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01 – Autopilot.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02 – Erwachen.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03 – Selbstbeobachtung.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04 – Emotionale Reifung.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05 – Schöpferkraft.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06 – Innere Ausrichtung.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07 – Meisterschaft. Kernaussage erklären, ein eigenes Beispiel erzählen. Reflexionsfrage in die Runde oder ins Workbook 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Übung anleiten und Zeit lassen. Danach 2–3 Stimmen aus der Gruppe einsammeln. Nichts bewerten.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Zusammenfassen. Die drei Bewegungen sind der rote Faden. Überleitung zum Angebot.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Angebot ruhig, ohne Druck. Einladung, nicht Verkauf. Auf den kostenlosen Bewusstseinstest als Einstieg hinweisen.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Abschluss. Raum für Fragen. Danken. Zum Bewusstseinstest / zur Mitgliedschaft einladen.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002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BEWUSSTSEINSENTWICKLUNG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7 Stufen</a:t>
            </a:r>
            <a:endParaRPr lang="en-US" sz="5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i="1" dirty="0">
                <a:solidFill>
                  <a:srgbClr val="34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Bewusstseinsentwicklung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77240" y="41148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Raus aus dem Autopilot – rein in echte innere Klarheit. Ein geführter Weg in sieben Stufen.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Heiko Schwaninger  ·  werdemeisterdeinergedanken.de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dich heute erwartet</a:t>
            </a:r>
            <a:endParaRPr lang="en-US" sz="3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00200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 &amp; Einstieg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2768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dein Bewusstsein der Schlüssel ist.</a:t>
            </a:r>
            <a:endParaRPr lang="en-US" sz="14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6207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600200" y="2825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Autopilot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172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viel von dir wirklich „automatisch“ läuft.</a:t>
            </a:r>
            <a:endParaRPr lang="en-US" sz="14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58184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00200" y="37216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7 Stufen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069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 vom Reagieren zum Gestalten – Schritt für Schritt.</a:t>
            </a:r>
            <a:endParaRPr lang="en-US" sz="14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5429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600200" y="4617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Übungen &amp; Reflexion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00200" y="49651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erleben, nicht nur zuhören.</a:t>
            </a:r>
            <a:endParaRPr lang="en-US" sz="140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0408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600200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nächster Schritt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600200" y="5861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nach heute für dich weitergeht.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meisten Menschen werden 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ihren Gedanken gelebt</a:t>
            </a:r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statt sie zu leben.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24128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genau hier beginnt die Reise.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AUSGANGSPUNKT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Autopilot läuft – meist unbemerkt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Reaktionen, Gewohnheiten, Bewertungen – ein Großteil läuft automatisch ab, bevor der bewusste Verstand eingreift.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Muster wiederholen sich, besonders die belastenden. Wer sie nicht sieht, wird von ihnen gesteuert.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566160" cy="3840480"/>
          </a:xfrm>
          <a:prstGeom prst="roundRect">
            <a:avLst>
              <a:gd name="adj" fmla="val 3590"/>
            </a:avLst>
          </a:prstGeom>
          <a:solidFill>
            <a:srgbClr val="08102A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0" y="2286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60.000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13816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Gedanken am Tag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39776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davon laufen unbewusst und immer wieder gleich ab.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 · 3 MINUTEN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Gedanken beobachten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 dich bequem hin und schließe kurz die Augen.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Beobachte deine Gedanken, als wären sie Wolken, die vorbeiziehen.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Benenne sie innerlich: „Da ist ein Gedanke über …“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Kehr dann sanft zum Atem zurück.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beobachtet, ist nicht der Gedanke. Genau dieser feine Abstand ist der Anfang von Freiheit.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514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7 Stufen im Überblick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05840" y="36576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Sprung ins Ungewisse, sondern ein Schritt nach dem anderen – jede Stufe baut auf der vorigen auf.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Autopilot zur Meisterschaft</a:t>
            </a:r>
            <a:endParaRPr lang="en-US" sz="30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1579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wirst gelebt</a:t>
            </a:r>
            <a:endParaRPr lang="en-US" sz="13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Erwachen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2369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bemerkst es</a:t>
            </a:r>
            <a:endParaRPr lang="en-US" sz="13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Selbstbeobachtung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siehst dir zu</a:t>
            </a:r>
            <a:endParaRPr lang="en-US" sz="13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Emotionale Reifung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54480" y="5394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lässt los</a:t>
            </a:r>
            <a:endParaRPr lang="en-US" sz="130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Schöpferkraft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7269480" y="21579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erschaffst bewusst</a:t>
            </a:r>
            <a:endParaRPr lang="en-US" sz="1300" dirty="0"/>
          </a:p>
        </p:txBody>
      </p:sp>
      <p:pic>
        <p:nvPicPr>
          <p:cNvPr id="24" name="Image 5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907792"/>
            <a:ext cx="603504" cy="6035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269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Innere Ausrichtung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7269480" y="32369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Kopf, Herz und Handeln</a:t>
            </a:r>
            <a:endParaRPr lang="en-US" sz="1300" dirty="0"/>
          </a:p>
        </p:txBody>
      </p:sp>
      <p:pic>
        <p:nvPicPr>
          <p:cNvPr id="28" name="Image 6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86784"/>
            <a:ext cx="603504" cy="6035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46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7269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Meisterschaft</a:t>
            </a:r>
            <a:endParaRPr lang="en-US" sz="1700" dirty="0"/>
          </a:p>
        </p:txBody>
      </p:sp>
      <p:sp>
        <p:nvSpPr>
          <p:cNvPr id="31" name="Text 22"/>
          <p:cNvSpPr/>
          <p:nvPr/>
        </p:nvSpPr>
        <p:spPr>
          <a:xfrm>
            <a:off x="7269480" y="4315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gestaltest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Autopilot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2011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wirst gelebt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Vieles läuft automatisch – Reaktionen, Gewohnheiten, Gedanken. Der erste Schritt ist zu bemerken, dass du im Autopilot lebst.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reagierst du im Alltag, ohne es zu merken?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Erwachen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2011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bemerkst 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erster Riss im Automatischen: Du spürst, dass du mehr bist als deine Gedanken – und beginnst zu hinterfragen.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hast du zuletzt einen Gedanken bewusst bemerkt?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Selbstbeobachtung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2011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siehst dir zu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lernst, deinen Gedanken und Mustern zuzusehen, ohne dich mit ihnen zu identifizieren. Distanz schafft Wahlfreiheit.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Welcher Gedanke taucht bei dir am häufigsten auf?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Emotionale Reifung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2011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lässt los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löst festgehaltene Gefühle und alte Geschichten und übernimmst Verantwortung für dein Inneres. Es entsteht Raum – für Ruhe und Kraft.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alte Gefühl darf jetzt gehen?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Schöpferkraft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2011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erschaffst bewusst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Beobachter zum Gestalter: Du wählst Gedanken, die dich tragen, richtest dich innerlich aus und setzt sie in Handlung um.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Welchen Gedanken willst du bewusst wählen?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Innere Ausrichtung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2011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Kopf, Herz und Handeln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Denken, Fühlen und Tun ziehen an einem Strang. Aus dieser Stimmigkeit entstehen Präsenz, Klarheit und Wirkung.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ziehen Kopf, Herz und Handeln noch nicht an einem Strang?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07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Meisterschaft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2011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gestaltest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reagierst nicht mehr – du gestaltest. Bewusstsein wird zu deinem Zuhause, aus dem heraus du dein Leben souverän formst.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sieht dein Leben aus, wenn du es gestaltest statt reagierst?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 · SELBSTEINSCHÄTZUNG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stehe ich gerade?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 die 7 Stufen noch einmal innerlich durch.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welcher Stufe erkennst du dich am meisten wieder?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wäre dein nächster, kleiner Schritt nach oben?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 ihn in einem Satz in deinem Workbook.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gibt kein „zu spät“ und kein „falsch“. Der Startpunkt ist einfach da, wo du gerade ehrlich stehst.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Reise in drei Sätzen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5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Sehen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bemerkst den Autopilot – und schaffst Abstand zu deinen Gedanken.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0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14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7548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Lösen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5488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lässt alte Muster und Gefühle los und übernimmst Verantwortung.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5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Gestalten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5820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wählst bewusst und formst dein Leben aus innerer Klarheit.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WEITERGEHT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 den Weg – begleitet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7 Stufen mit geführten Videos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Praxis-Übungen &amp; 31 Vertiefungen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Bewusstseinstest, Wachstumskurve &amp; Journal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8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deinem Tempo – ohne Druck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265176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0F1E44"/>
          </a:solidFill>
          <a:ln w="15875">
            <a:solidFill>
              <a:srgbClr val="21B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Mitgliedschaft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49 €</a:t>
            </a:r>
            <a:pPr algn="ctr" indent="0" marL="0">
              <a:buNone/>
            </a:pPr>
            <a:r>
              <a:rPr lang="en-US" sz="1600" dirty="0">
                <a:solidFill>
                  <a:srgbClr val="C3C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Monat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werdemeisterdeinergedanken.de/mitgliedschaft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Schritt kostenlos: der Bewusstseinstest.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229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 Meister deiner </a:t>
            </a:r>
            <a:pPr algn="ctr" indent="0" marL="0"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Gedanken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Danke, dass du heute dabei warst.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Werde Meister deiner Gedanken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Heiko Schwaninger</dc:creator>
  <cp:lastModifiedBy>Heiko Schwaninger</cp:lastModifiedBy>
  <cp:revision>1</cp:revision>
  <dcterms:created xsi:type="dcterms:W3CDTF">2026-07-31T23:37:53Z</dcterms:created>
  <dcterms:modified xsi:type="dcterms:W3CDTF">2026-07-31T23:37:53Z</dcterms:modified>
</cp:coreProperties>
</file>