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Begrüßung, kurz vorstellen, Rahmen und Vertraulichkeit setzen.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Wirken lassen, kurze Stille.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Übung anleiten, Zeit lassen, danach 2–3 Stimmen einsammeln. Nichts bewerten.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Verlängertes Ausatmen – Atem · 3–5 Minuten. Kernaussage erklären, ein Beispiel geben, Reflexionsfrage in die Runde oder ins Workbook.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Box Breathing – Atem · 3–5 Minuten. Kernaussage erklären, ein Beispiel geben, Reflexionsfrage in die Runde oder ins Workbook.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Atembeobachtung – Meditation · 5–10 Minuten. Kernaussage erklären, ein Beispiel geben, Reflexionsfrage in die Runde oder ins Workbook.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 innere Beobachter – Meditation · 10 Minuten. Kernaussage erklären, ein Beispiel geben, Reflexionsfrage in die Runde oder ins Workbook.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Morgen-Ausrichtung – Ritual · 5 Minuten. Kernaussage erklären, ein Beispiel geben, Reflexionsfrage in die Runde oder ins Workbook.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Abend-Reflexion – Ritual · 5–10 Minuten. Kernaussage erklären, ein Beispiel geben, Reflexionsfrage in die Runde oder ins Workbook.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 Autopilot-Check – Ritual · 2 Minuten. Kernaussage erklären, ein Beispiel geben, Reflexionsfrage in die Runde oder ins Workbook.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Übung anleiten, Zeit lassen, danach 2–3 Stimmen einsammeln. Nichts bewerten.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1.png"/><Relationship Id="rId3" Type="http://schemas.openxmlformats.org/officeDocument/2006/relationships/image" Target="../media/image-2-1.png"/><Relationship Id="rId4" Type="http://schemas.openxmlformats.org/officeDocument/2006/relationships/image" Target="../media/image-2-1.png"/><Relationship Id="rId5" Type="http://schemas.openxmlformats.org/officeDocument/2006/relationships/image" Target="../media/image-2-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1.png"/><Relationship Id="rId3" Type="http://schemas.openxmlformats.org/officeDocument/2006/relationships/image" Target="../media/image-5-1.png"/><Relationship Id="rId4" Type="http://schemas.openxmlformats.org/officeDocument/2006/relationships/image" Target="../media/image-5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1.png"/><Relationship Id="rId3" Type="http://schemas.openxmlformats.org/officeDocument/2006/relationships/image" Target="../media/image-7-1.png"/><Relationship Id="rId4" Type="http://schemas.openxmlformats.org/officeDocument/2006/relationships/image" Target="../media/image-7-1.png"/><Relationship Id="rId5" Type="http://schemas.openxmlformats.org/officeDocument/2006/relationships/image" Target="../media/image-7-1.png"/><Relationship Id="rId6" Type="http://schemas.openxmlformats.org/officeDocument/2006/relationships/image" Target="../media/image-7-1.png"/><Relationship Id="rId7" Type="http://schemas.openxmlformats.org/officeDocument/2006/relationships/image" Target="../media/image-7-1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1.png"/><Relationship Id="rId3" Type="http://schemas.openxmlformats.org/officeDocument/2006/relationships/image" Target="../media/image-15-1.png"/><Relationship Id="rId4" Type="http://schemas.openxmlformats.org/officeDocument/2006/relationships/image" Target="../media/image-15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1.png"/><Relationship Id="rId3" Type="http://schemas.openxmlformats.org/officeDocument/2006/relationships/image" Target="../media/image-1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erdemeisterdeinergedanken/4e63162c-faaf-5cdf-9e83-105262259c9d/scratchpad/presentation/assets/bra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1691640"/>
            <a:ext cx="2743200" cy="2743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10972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A3D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· PRAXIS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731520" y="1645920"/>
            <a:ext cx="79552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Praxis-</a:t>
            </a:r>
            <a:endParaRPr lang="en-US" sz="4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400" i="1" dirty="0">
                <a:solidFill>
                  <a:srgbClr val="34C4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Werkzeugkasten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777240" y="4206240"/>
            <a:ext cx="7498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8D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Atem, Meditation und Rituale für einen klaren Kopf im Alltag.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777240" y="5943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E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Heiko Schwaninger  ·  werdemeisterdeinergedanken.de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4F9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ÜBERBLICK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96012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dich heute erwartet</a:t>
            </a:r>
            <a:endParaRPr lang="en-US" sz="3800" dirty="0"/>
          </a:p>
        </p:txBody>
      </p:sp>
      <p:pic>
        <p:nvPicPr>
          <p:cNvPr id="4" name="Image 0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965960"/>
            <a:ext cx="566928" cy="56692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772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100" dirty="0"/>
          </a:p>
        </p:txBody>
      </p:sp>
      <p:sp>
        <p:nvSpPr>
          <p:cNvPr id="6" name="Text 3"/>
          <p:cNvSpPr/>
          <p:nvPr/>
        </p:nvSpPr>
        <p:spPr>
          <a:xfrm>
            <a:off x="1600200" y="1929384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Ankommen &amp; Einstieg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600200" y="227685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Übung mehr verändert als Theorie.</a:t>
            </a:r>
            <a:endParaRPr lang="en-US" sz="1400" dirty="0"/>
          </a:p>
        </p:txBody>
      </p:sp>
      <p:pic>
        <p:nvPicPr>
          <p:cNvPr id="8" name="Image 1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862072"/>
            <a:ext cx="566928" cy="56692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77240" y="28620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100" dirty="0"/>
          </a:p>
        </p:txBody>
      </p:sp>
      <p:sp>
        <p:nvSpPr>
          <p:cNvPr id="10" name="Text 6"/>
          <p:cNvSpPr/>
          <p:nvPr/>
        </p:nvSpPr>
        <p:spPr>
          <a:xfrm>
            <a:off x="1600200" y="282549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Atem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1600200" y="317296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schnellste Weg aus dem Alarm.</a:t>
            </a:r>
            <a:endParaRPr lang="en-US" sz="1400" dirty="0"/>
          </a:p>
        </p:txBody>
      </p:sp>
      <p:pic>
        <p:nvPicPr>
          <p:cNvPr id="12" name="Image 2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758184"/>
            <a:ext cx="566928" cy="56692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77240" y="37581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100" dirty="0"/>
          </a:p>
        </p:txBody>
      </p:sp>
      <p:sp>
        <p:nvSpPr>
          <p:cNvPr id="14" name="Text 9"/>
          <p:cNvSpPr/>
          <p:nvPr/>
        </p:nvSpPr>
        <p:spPr>
          <a:xfrm>
            <a:off x="1600200" y="372160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Meditation &amp; Rituale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1600200" y="406908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Beobachten lernen, Bewusstsein verankern.</a:t>
            </a:r>
            <a:endParaRPr lang="en-US" sz="1400" dirty="0"/>
          </a:p>
        </p:txBody>
      </p:sp>
      <p:pic>
        <p:nvPicPr>
          <p:cNvPr id="16" name="Image 3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654296"/>
            <a:ext cx="566928" cy="56692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777240" y="46542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100" dirty="0"/>
          </a:p>
        </p:txBody>
      </p:sp>
      <p:sp>
        <p:nvSpPr>
          <p:cNvPr id="18" name="Text 12"/>
          <p:cNvSpPr/>
          <p:nvPr/>
        </p:nvSpPr>
        <p:spPr>
          <a:xfrm>
            <a:off x="1600200" y="461772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Selbst üben</a:t>
            </a:r>
            <a:endParaRPr lang="en-US" sz="1800" dirty="0"/>
          </a:p>
        </p:txBody>
      </p:sp>
      <p:sp>
        <p:nvSpPr>
          <p:cNvPr id="19" name="Text 13"/>
          <p:cNvSpPr/>
          <p:nvPr/>
        </p:nvSpPr>
        <p:spPr>
          <a:xfrm>
            <a:off x="1600200" y="4965192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 Technik einmal ausprobieren.</a:t>
            </a:r>
            <a:endParaRPr lang="en-US" sz="1400" dirty="0"/>
          </a:p>
        </p:txBody>
      </p:sp>
      <p:pic>
        <p:nvPicPr>
          <p:cNvPr id="20" name="Image 4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550408"/>
            <a:ext cx="566928" cy="566928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77240" y="55504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100" dirty="0"/>
          </a:p>
        </p:txBody>
      </p:sp>
      <p:sp>
        <p:nvSpPr>
          <p:cNvPr id="22" name="Text 15"/>
          <p:cNvSpPr/>
          <p:nvPr/>
        </p:nvSpPr>
        <p:spPr>
          <a:xfrm>
            <a:off x="1600200" y="5513832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Dein Alltag</a:t>
            </a:r>
            <a:endParaRPr lang="en-US" sz="1800" dirty="0"/>
          </a:p>
        </p:txBody>
      </p:sp>
      <p:sp>
        <p:nvSpPr>
          <p:cNvPr id="23" name="Text 16"/>
          <p:cNvSpPr/>
          <p:nvPr/>
        </p:nvSpPr>
        <p:spPr>
          <a:xfrm>
            <a:off x="1600200" y="5861304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Deine tägliche Mini-Routine.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2011680"/>
            <a:ext cx="101498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Bewusstsein entsteht nicht durch Wissen – </a:t>
            </a:r>
            <a:pPr algn="l" indent="0" marL="0">
              <a:lnSpc>
                <a:spcPct val="110000"/>
              </a:lnSpc>
              <a:buNone/>
            </a:pPr>
            <a:r>
              <a:rPr lang="en-US" sz="4000" b="1" i="1" dirty="0">
                <a:solidFill>
                  <a:srgbClr val="A3D6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sondern durch Übung</a:t>
            </a:r>
            <a:pPr algn="l"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024128" y="45720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3C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Kleine Werkzeuge, jeden Tag.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4F9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AUSGANGSPUNKT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960120"/>
            <a:ext cx="7040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Warum Übung, nicht Theorie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676656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65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kannst alles über Achtsamkeit wissen und trotzdem im Autopilot leben. Etwas verändert sich erst, wenn du es tust.</a:t>
            </a:r>
            <a:endParaRPr lang="en-US" sz="1650" dirty="0"/>
          </a:p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65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gute Nachricht: Es braucht keine Stunden. Wenige Minuten am Tag, regelmäßig, bewegen mehr als seltene große Vorsätze.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955280" y="1554480"/>
            <a:ext cx="3566160" cy="3840480"/>
          </a:xfrm>
          <a:prstGeom prst="roundRect">
            <a:avLst>
              <a:gd name="adj" fmla="val 3590"/>
            </a:avLst>
          </a:prstGeom>
          <a:solidFill>
            <a:srgbClr val="08102A"/>
          </a:solidFill>
          <a:ln/>
        </p:spPr>
      </p:sp>
      <p:sp>
        <p:nvSpPr>
          <p:cNvPr id="6" name="Text 4"/>
          <p:cNvSpPr/>
          <p:nvPr/>
        </p:nvSpPr>
        <p:spPr>
          <a:xfrm>
            <a:off x="8138160" y="19659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E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 reichen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01000" y="2331720"/>
            <a:ext cx="3474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A3D6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Min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8138160" y="34747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 Tag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0" y="4023360"/>
            <a:ext cx="3017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3C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Regelmäßigkeit schlägt Dauer. Klein und täglich gewinnt.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4F9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 1 · ATEM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96012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eine Atemzug</a:t>
            </a:r>
            <a:endParaRPr lang="en-US" sz="3600" dirty="0"/>
          </a:p>
        </p:txBody>
      </p:sp>
      <p:pic>
        <p:nvPicPr>
          <p:cNvPr id="4" name="Image 0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48840"/>
            <a:ext cx="512064" cy="5120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77240" y="21488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1554480" y="2167128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Setz dich aufrecht hin, Füße am Boden.</a:t>
            </a:r>
            <a:endParaRPr lang="en-US" sz="1650" dirty="0"/>
          </a:p>
        </p:txBody>
      </p:sp>
      <p:pic>
        <p:nvPicPr>
          <p:cNvPr id="7" name="Image 1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990088"/>
            <a:ext cx="512064" cy="51206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77240" y="29900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1554480" y="3008376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Atme vier Sekunden lang ruhig ein.</a:t>
            </a:r>
            <a:endParaRPr lang="en-US" sz="1650" dirty="0"/>
          </a:p>
        </p:txBody>
      </p:sp>
      <p:pic>
        <p:nvPicPr>
          <p:cNvPr id="10" name="Image 2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831336"/>
            <a:ext cx="512064" cy="51206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77240" y="38313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" dirty="0"/>
          </a:p>
        </p:txBody>
      </p:sp>
      <p:sp>
        <p:nvSpPr>
          <p:cNvPr id="12" name="Text 7"/>
          <p:cNvSpPr/>
          <p:nvPr/>
        </p:nvSpPr>
        <p:spPr>
          <a:xfrm>
            <a:off x="1554480" y="3849624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Atme sechs bis acht Sekunden langsam aus.</a:t>
            </a:r>
            <a:endParaRPr lang="en-US" sz="1650" dirty="0"/>
          </a:p>
        </p:txBody>
      </p:sp>
      <p:pic>
        <p:nvPicPr>
          <p:cNvPr id="13" name="Image 3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672584"/>
            <a:ext cx="512064" cy="512064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777240" y="46725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1554480" y="4690872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Wiederhole das eine Minute lang.</a:t>
            </a:r>
            <a:endParaRPr lang="en-US" sz="1650" dirty="0"/>
          </a:p>
        </p:txBody>
      </p:sp>
      <p:sp>
        <p:nvSpPr>
          <p:cNvPr id="16" name="Shape 10"/>
          <p:cNvSpPr/>
          <p:nvPr/>
        </p:nvSpPr>
        <p:spPr>
          <a:xfrm>
            <a:off x="8366760" y="2148840"/>
            <a:ext cx="3154680" cy="3200400"/>
          </a:xfrm>
          <a:prstGeom prst="roundRect">
            <a:avLst>
              <a:gd name="adj" fmla="val 3478"/>
            </a:avLst>
          </a:prstGeom>
          <a:solidFill>
            <a:srgbClr val="08102A"/>
          </a:solidFill>
          <a:ln/>
        </p:spPr>
      </p:sp>
      <p:sp>
        <p:nvSpPr>
          <p:cNvPr id="17" name="Text 11"/>
          <p:cNvSpPr/>
          <p:nvPr/>
        </p:nvSpPr>
        <p:spPr>
          <a:xfrm>
            <a:off x="8595360" y="2423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3D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MITNEHMEN</a:t>
            </a:r>
            <a:endParaRPr lang="en-US" sz="1100" dirty="0"/>
          </a:p>
        </p:txBody>
      </p:sp>
      <p:sp>
        <p:nvSpPr>
          <p:cNvPr id="18" name="Text 12"/>
          <p:cNvSpPr/>
          <p:nvPr/>
        </p:nvSpPr>
        <p:spPr>
          <a:xfrm>
            <a:off x="8595360" y="2788920"/>
            <a:ext cx="2743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 bewusster Atemzug ist der kürzeste Weg zurück ins Jetzt.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2148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A3D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DEIN WERKZEUGKASTEN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60120" y="2514600"/>
            <a:ext cx="10241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Werkzeuge für jede Situation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1005840" y="3703320"/>
            <a:ext cx="9326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3C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Atem, Meditation, Rituale – für jeden Moment das passende Werkzeug.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4F9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LANDKARTE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Drei Familien von Werkzeugen</a:t>
            </a:r>
            <a:endParaRPr lang="en-US" sz="2900" dirty="0"/>
          </a:p>
        </p:txBody>
      </p:sp>
      <p:pic>
        <p:nvPicPr>
          <p:cNvPr id="4" name="Image 0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28800"/>
            <a:ext cx="603504" cy="60350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1520" y="18288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1554480" y="18105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Verlängertes Ausatmen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554480" y="21488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Atem · 3–5 Minuten</a:t>
            </a:r>
            <a:endParaRPr lang="en-US" sz="1250" dirty="0"/>
          </a:p>
        </p:txBody>
      </p:sp>
      <p:pic>
        <p:nvPicPr>
          <p:cNvPr id="8" name="Image 1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07792"/>
            <a:ext cx="603504" cy="60350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31520" y="290779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1554480" y="288950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 Breathing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554480" y="322783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Atem · 3–5 Minuten</a:t>
            </a:r>
            <a:endParaRPr lang="en-US" sz="1250" dirty="0"/>
          </a:p>
        </p:txBody>
      </p:sp>
      <p:pic>
        <p:nvPicPr>
          <p:cNvPr id="12" name="Image 2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986784"/>
            <a:ext cx="603504" cy="60350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31520" y="398678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9"/>
          <p:cNvSpPr/>
          <p:nvPr/>
        </p:nvSpPr>
        <p:spPr>
          <a:xfrm>
            <a:off x="1554480" y="396849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Atembeobachtung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554480" y="4306824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Meditation · 5–10 Minuten</a:t>
            </a:r>
            <a:endParaRPr lang="en-US" sz="1250" dirty="0"/>
          </a:p>
        </p:txBody>
      </p:sp>
      <p:pic>
        <p:nvPicPr>
          <p:cNvPr id="16" name="Image 3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5065776"/>
            <a:ext cx="603504" cy="60350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731520" y="506577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2"/>
          <p:cNvSpPr/>
          <p:nvPr/>
        </p:nvSpPr>
        <p:spPr>
          <a:xfrm>
            <a:off x="1554480" y="50474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innere Beobachter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554480" y="5385816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Meditation · 10 Minuten</a:t>
            </a:r>
            <a:endParaRPr lang="en-US" sz="1250" dirty="0"/>
          </a:p>
        </p:txBody>
      </p:sp>
      <p:pic>
        <p:nvPicPr>
          <p:cNvPr id="20" name="Image 4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1828800"/>
            <a:ext cx="603504" cy="603504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446520" y="18288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2" name="Text 15"/>
          <p:cNvSpPr/>
          <p:nvPr/>
        </p:nvSpPr>
        <p:spPr>
          <a:xfrm>
            <a:off x="7269480" y="18105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Morgen-Ausrichtung</a:t>
            </a:r>
            <a:endParaRPr lang="en-US" sz="1600" dirty="0"/>
          </a:p>
        </p:txBody>
      </p:sp>
      <p:sp>
        <p:nvSpPr>
          <p:cNvPr id="23" name="Text 16"/>
          <p:cNvSpPr/>
          <p:nvPr/>
        </p:nvSpPr>
        <p:spPr>
          <a:xfrm>
            <a:off x="7269480" y="21488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Ritual · 5 Minuten</a:t>
            </a:r>
            <a:endParaRPr lang="en-US" sz="1250" dirty="0"/>
          </a:p>
        </p:txBody>
      </p:sp>
      <p:pic>
        <p:nvPicPr>
          <p:cNvPr id="24" name="Image 5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6520" y="2907792"/>
            <a:ext cx="603504" cy="603504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6446520" y="290779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26" name="Text 18"/>
          <p:cNvSpPr/>
          <p:nvPr/>
        </p:nvSpPr>
        <p:spPr>
          <a:xfrm>
            <a:off x="7269480" y="288950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Abend-Reflexion</a:t>
            </a:r>
            <a:endParaRPr lang="en-US" sz="1600" dirty="0"/>
          </a:p>
        </p:txBody>
      </p:sp>
      <p:sp>
        <p:nvSpPr>
          <p:cNvPr id="27" name="Text 19"/>
          <p:cNvSpPr/>
          <p:nvPr/>
        </p:nvSpPr>
        <p:spPr>
          <a:xfrm>
            <a:off x="7269480" y="322783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Ritual · 5–10 Minuten</a:t>
            </a:r>
            <a:endParaRPr lang="en-US" sz="1250" dirty="0"/>
          </a:p>
        </p:txBody>
      </p:sp>
      <p:pic>
        <p:nvPicPr>
          <p:cNvPr id="28" name="Image 6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6520" y="3986784"/>
            <a:ext cx="603504" cy="603504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6446520" y="398678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200" dirty="0"/>
          </a:p>
        </p:txBody>
      </p:sp>
      <p:sp>
        <p:nvSpPr>
          <p:cNvPr id="30" name="Text 21"/>
          <p:cNvSpPr/>
          <p:nvPr/>
        </p:nvSpPr>
        <p:spPr>
          <a:xfrm>
            <a:off x="7269480" y="396849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Autopilot-Check</a:t>
            </a:r>
            <a:endParaRPr lang="en-US" sz="1600" dirty="0"/>
          </a:p>
        </p:txBody>
      </p:sp>
      <p:sp>
        <p:nvSpPr>
          <p:cNvPr id="31" name="Text 22"/>
          <p:cNvSpPr/>
          <p:nvPr/>
        </p:nvSpPr>
        <p:spPr>
          <a:xfrm>
            <a:off x="7269480" y="4306824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Ritual · 2 Minuten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7724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7772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5100" dirty="0"/>
          </a:p>
        </p:txBody>
      </p:sp>
      <p:sp>
        <p:nvSpPr>
          <p:cNvPr id="4" name="Text 1"/>
          <p:cNvSpPr/>
          <p:nvPr/>
        </p:nvSpPr>
        <p:spPr>
          <a:xfrm>
            <a:off x="2423160" y="868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4F9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Thema 1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2377440" y="1188720"/>
            <a:ext cx="9052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Verlängertes Ausatmen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2395728" y="2148840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B2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Atem · 3–5 Minuten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777240" y="3200400"/>
            <a:ext cx="7315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Länger ausatmen als einatmen signalisiert dem Körper Sicherheit – der schnellste Weg aus der Alarmbereitschaft.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8366760" y="3200400"/>
            <a:ext cx="3154680" cy="2560320"/>
          </a:xfrm>
          <a:prstGeom prst="roundRect">
            <a:avLst>
              <a:gd name="adj" fmla="val 4286"/>
            </a:avLst>
          </a:prstGeom>
          <a:solidFill>
            <a:srgbClr val="E7F4F5"/>
          </a:solidFill>
          <a:ln w="12700">
            <a:solidFill>
              <a:srgbClr val="CFE6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95360" y="3429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REFLEXION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595360" y="379476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i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Wann am Tag brauchst du diesen Reset am meisten?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7724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7772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5100" dirty="0"/>
          </a:p>
        </p:txBody>
      </p:sp>
      <p:sp>
        <p:nvSpPr>
          <p:cNvPr id="4" name="Text 1"/>
          <p:cNvSpPr/>
          <p:nvPr/>
        </p:nvSpPr>
        <p:spPr>
          <a:xfrm>
            <a:off x="2423160" y="868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4F9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Thema 2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2377440" y="1188720"/>
            <a:ext cx="9052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Box Breathing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2395728" y="2148840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B2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Atem · 3–5 Minuten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777240" y="3200400"/>
            <a:ext cx="7315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gleiche Phasen im Quadrat – ein und aus, mit Pausen. Für Fokus und Ruhe unter Druck.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8366760" y="3200400"/>
            <a:ext cx="3154680" cy="2560320"/>
          </a:xfrm>
          <a:prstGeom prst="roundRect">
            <a:avLst>
              <a:gd name="adj" fmla="val 4286"/>
            </a:avLst>
          </a:prstGeom>
          <a:solidFill>
            <a:srgbClr val="E7F4F5"/>
          </a:solidFill>
          <a:ln w="12700">
            <a:solidFill>
              <a:srgbClr val="CFE6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95360" y="3429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REFLEXION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595360" y="379476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i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welcher Situation willst du ruhiger reagieren?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7724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7772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5100" dirty="0"/>
          </a:p>
        </p:txBody>
      </p:sp>
      <p:sp>
        <p:nvSpPr>
          <p:cNvPr id="4" name="Text 1"/>
          <p:cNvSpPr/>
          <p:nvPr/>
        </p:nvSpPr>
        <p:spPr>
          <a:xfrm>
            <a:off x="2423160" y="868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4F9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Thema 3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2377440" y="1188720"/>
            <a:ext cx="9052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Atembeobachtung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2395728" y="2148840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B2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Meditation · 5–10 Minuten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777240" y="3200400"/>
            <a:ext cx="7315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Basis-Meditation: den Atem beobachten und immer wieder freundlich zurückkehren.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8366760" y="3200400"/>
            <a:ext cx="3154680" cy="2560320"/>
          </a:xfrm>
          <a:prstGeom prst="roundRect">
            <a:avLst>
              <a:gd name="adj" fmla="val 4286"/>
            </a:avLst>
          </a:prstGeom>
          <a:solidFill>
            <a:srgbClr val="E7F4F5"/>
          </a:solidFill>
          <a:ln w="12700">
            <a:solidFill>
              <a:srgbClr val="CFE6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95360" y="3429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REFLEXION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595360" y="379476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i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Wohin wandert dein Geist am liebsten?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7724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7772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5100" dirty="0"/>
          </a:p>
        </p:txBody>
      </p:sp>
      <p:sp>
        <p:nvSpPr>
          <p:cNvPr id="4" name="Text 1"/>
          <p:cNvSpPr/>
          <p:nvPr/>
        </p:nvSpPr>
        <p:spPr>
          <a:xfrm>
            <a:off x="2423160" y="868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4F9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Thema 4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2377440" y="1188720"/>
            <a:ext cx="9052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innere Beobachter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2395728" y="2148840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B2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Meditation · 10 Minuten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777240" y="3200400"/>
            <a:ext cx="7315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Gedanken kommen und gehen lassen – und bemerken, wer da eigentlich zusieht.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8366760" y="3200400"/>
            <a:ext cx="3154680" cy="2560320"/>
          </a:xfrm>
          <a:prstGeom prst="roundRect">
            <a:avLst>
              <a:gd name="adj" fmla="val 4286"/>
            </a:avLst>
          </a:prstGeom>
          <a:solidFill>
            <a:srgbClr val="E7F4F5"/>
          </a:solidFill>
          <a:ln w="12700">
            <a:solidFill>
              <a:srgbClr val="CFE6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95360" y="3429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REFLEXION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595360" y="379476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i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Wer ist der, der deine Gedanken bemerkt?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7724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7772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5100" dirty="0"/>
          </a:p>
        </p:txBody>
      </p:sp>
      <p:sp>
        <p:nvSpPr>
          <p:cNvPr id="4" name="Text 1"/>
          <p:cNvSpPr/>
          <p:nvPr/>
        </p:nvSpPr>
        <p:spPr>
          <a:xfrm>
            <a:off x="2423160" y="868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4F9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Thema 5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2377440" y="1188720"/>
            <a:ext cx="9052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Morgen-Ausrichtung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2395728" y="2148840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B2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Ritual · 5 Minuten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777240" y="3200400"/>
            <a:ext cx="7315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 Tag bewusst beginnen, bevor der Autopilot übernimmt.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8366760" y="3200400"/>
            <a:ext cx="3154680" cy="2560320"/>
          </a:xfrm>
          <a:prstGeom prst="roundRect">
            <a:avLst>
              <a:gd name="adj" fmla="val 4286"/>
            </a:avLst>
          </a:prstGeom>
          <a:solidFill>
            <a:srgbClr val="E7F4F5"/>
          </a:solidFill>
          <a:ln w="12700">
            <a:solidFill>
              <a:srgbClr val="CFE6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95360" y="3429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REFLEXION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595360" y="379476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i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willst du morgen früh in den Tag starten?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7724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7772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5100" dirty="0"/>
          </a:p>
        </p:txBody>
      </p:sp>
      <p:sp>
        <p:nvSpPr>
          <p:cNvPr id="4" name="Text 1"/>
          <p:cNvSpPr/>
          <p:nvPr/>
        </p:nvSpPr>
        <p:spPr>
          <a:xfrm>
            <a:off x="2423160" y="868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4F9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Thema 6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2377440" y="1188720"/>
            <a:ext cx="9052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Abend-Reflexion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2395728" y="2148840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B2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Ritual · 5–10 Minuten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777240" y="3200400"/>
            <a:ext cx="7315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 Tag ohne Wertung anschauen – und daraus lernen.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8366760" y="3200400"/>
            <a:ext cx="3154680" cy="2560320"/>
          </a:xfrm>
          <a:prstGeom prst="roundRect">
            <a:avLst>
              <a:gd name="adj" fmla="val 4286"/>
            </a:avLst>
          </a:prstGeom>
          <a:solidFill>
            <a:srgbClr val="E7F4F5"/>
          </a:solidFill>
          <a:ln w="12700">
            <a:solidFill>
              <a:srgbClr val="CFE6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95360" y="3429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REFLEXION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595360" y="379476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i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ist heute gut gelaufen – und woran lag es?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7724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7772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5100" dirty="0"/>
          </a:p>
        </p:txBody>
      </p:sp>
      <p:sp>
        <p:nvSpPr>
          <p:cNvPr id="4" name="Text 1"/>
          <p:cNvSpPr/>
          <p:nvPr/>
        </p:nvSpPr>
        <p:spPr>
          <a:xfrm>
            <a:off x="2423160" y="868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4F9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Thema 7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2377440" y="1188720"/>
            <a:ext cx="9052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Autopilot-Check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2395728" y="2148840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B2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Ritual · 2 Minuten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777240" y="3200400"/>
            <a:ext cx="7315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kurzer Moment am Tag: Bin ich gerade da – oder funktioniere ich nur?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8366760" y="3200400"/>
            <a:ext cx="3154680" cy="2560320"/>
          </a:xfrm>
          <a:prstGeom prst="roundRect">
            <a:avLst>
              <a:gd name="adj" fmla="val 4286"/>
            </a:avLst>
          </a:prstGeom>
          <a:solidFill>
            <a:srgbClr val="E7F4F5"/>
          </a:solidFill>
          <a:ln w="12700">
            <a:solidFill>
              <a:srgbClr val="CFE6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95360" y="3429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REFLEXION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595360" y="379476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i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Wann heute warst du wirklich präsent?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4F9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 2 · PRÄSENZ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96012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Autopilot-Check</a:t>
            </a:r>
            <a:endParaRPr lang="en-US" sz="3600" dirty="0"/>
          </a:p>
        </p:txBody>
      </p:sp>
      <p:pic>
        <p:nvPicPr>
          <p:cNvPr id="4" name="Image 0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48840"/>
            <a:ext cx="512064" cy="5120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77240" y="21488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1554480" y="2167128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Halte kurz inne, egal wo du gerade bist.</a:t>
            </a:r>
            <a:endParaRPr lang="en-US" sz="1650" dirty="0"/>
          </a:p>
        </p:txBody>
      </p:sp>
      <p:pic>
        <p:nvPicPr>
          <p:cNvPr id="7" name="Image 1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990088"/>
            <a:ext cx="512064" cy="51206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77240" y="29900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1554480" y="3008376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 dich: Bin ich präsent – oder im Autopilot?</a:t>
            </a:r>
            <a:endParaRPr lang="en-US" sz="1650" dirty="0"/>
          </a:p>
        </p:txBody>
      </p:sp>
      <p:pic>
        <p:nvPicPr>
          <p:cNvPr id="10" name="Image 2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831336"/>
            <a:ext cx="512064" cy="51206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77240" y="38313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" dirty="0"/>
          </a:p>
        </p:txBody>
      </p:sp>
      <p:sp>
        <p:nvSpPr>
          <p:cNvPr id="12" name="Text 7"/>
          <p:cNvSpPr/>
          <p:nvPr/>
        </p:nvSpPr>
        <p:spPr>
          <a:xfrm>
            <a:off x="1554480" y="3849624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Spüre drei Atemzüge lang bewusst deinen Körper.</a:t>
            </a:r>
            <a:endParaRPr lang="en-US" sz="1650" dirty="0"/>
          </a:p>
        </p:txBody>
      </p:sp>
      <p:pic>
        <p:nvPicPr>
          <p:cNvPr id="13" name="Image 3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672584"/>
            <a:ext cx="512064" cy="512064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777240" y="46725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1554480" y="4690872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Wähle bewusst, was du als Nächstes tust.</a:t>
            </a:r>
            <a:endParaRPr lang="en-US" sz="1650" dirty="0"/>
          </a:p>
        </p:txBody>
      </p:sp>
      <p:sp>
        <p:nvSpPr>
          <p:cNvPr id="16" name="Shape 10"/>
          <p:cNvSpPr/>
          <p:nvPr/>
        </p:nvSpPr>
        <p:spPr>
          <a:xfrm>
            <a:off x="8366760" y="2148840"/>
            <a:ext cx="3154680" cy="3200400"/>
          </a:xfrm>
          <a:prstGeom prst="roundRect">
            <a:avLst>
              <a:gd name="adj" fmla="val 3478"/>
            </a:avLst>
          </a:prstGeom>
          <a:solidFill>
            <a:srgbClr val="08102A"/>
          </a:solidFill>
          <a:ln/>
        </p:spPr>
      </p:sp>
      <p:sp>
        <p:nvSpPr>
          <p:cNvPr id="17" name="Text 11"/>
          <p:cNvSpPr/>
          <p:nvPr/>
        </p:nvSpPr>
        <p:spPr>
          <a:xfrm>
            <a:off x="8595360" y="2423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3D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MITNEHMEN</a:t>
            </a:r>
            <a:endParaRPr lang="en-US" sz="1100" dirty="0"/>
          </a:p>
        </p:txBody>
      </p:sp>
      <p:sp>
        <p:nvSpPr>
          <p:cNvPr id="18" name="Text 12"/>
          <p:cNvSpPr/>
          <p:nvPr/>
        </p:nvSpPr>
        <p:spPr>
          <a:xfrm>
            <a:off x="8595360" y="2788920"/>
            <a:ext cx="2743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 kannst den Autopilot nicht abschalten – aber du kannst ihn immer wieder bemerken.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4F9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BLEIBT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96012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Reise in drei Sätzen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31520" y="2194560"/>
            <a:ext cx="3429000" cy="3108960"/>
          </a:xfrm>
          <a:prstGeom prst="roundRect">
            <a:avLst>
              <a:gd name="adj" fmla="val 3529"/>
            </a:avLst>
          </a:prstGeom>
          <a:solidFill>
            <a:srgbClr val="F2F6EC"/>
          </a:solidFill>
          <a:ln w="12700">
            <a:solidFill>
              <a:srgbClr val="E4E7E0"/>
            </a:solidFill>
            <a:prstDash val="solid"/>
          </a:ln>
        </p:spPr>
      </p:sp>
      <p:pic>
        <p:nvPicPr>
          <p:cNvPr id="5" name="Image 0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51460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51560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1051560" y="33832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Beruhigen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051560" y="388620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 den Atem holst du dein Nervensystem aus dem Alarm.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434840" y="2194560"/>
            <a:ext cx="3429000" cy="3108960"/>
          </a:xfrm>
          <a:prstGeom prst="roundRect">
            <a:avLst>
              <a:gd name="adj" fmla="val 3529"/>
            </a:avLst>
          </a:prstGeom>
          <a:solidFill>
            <a:srgbClr val="F2F6EC"/>
          </a:solidFill>
          <a:ln w="12700">
            <a:solidFill>
              <a:srgbClr val="E4E7E0"/>
            </a:solidFill>
            <a:prstDash val="solid"/>
          </a:ln>
        </p:spPr>
      </p:sp>
      <p:pic>
        <p:nvPicPr>
          <p:cNvPr id="10" name="Image 1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514600"/>
            <a:ext cx="640080" cy="6400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754880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4754880" y="33832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Beobachten</a:t>
            </a:r>
            <a:endParaRPr lang="en-US" sz="2200" dirty="0"/>
          </a:p>
        </p:txBody>
      </p:sp>
      <p:sp>
        <p:nvSpPr>
          <p:cNvPr id="13" name="Text 9"/>
          <p:cNvSpPr/>
          <p:nvPr/>
        </p:nvSpPr>
        <p:spPr>
          <a:xfrm>
            <a:off x="4754880" y="388620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der Meditation lernst du, Gedanken zuzusehen statt ihnen zu folgen.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138160" y="2194560"/>
            <a:ext cx="3429000" cy="3108960"/>
          </a:xfrm>
          <a:prstGeom prst="roundRect">
            <a:avLst>
              <a:gd name="adj" fmla="val 3529"/>
            </a:avLst>
          </a:prstGeom>
          <a:solidFill>
            <a:srgbClr val="F2F6EC"/>
          </a:solidFill>
          <a:ln w="12700">
            <a:solidFill>
              <a:srgbClr val="E4E7E0"/>
            </a:solidFill>
            <a:prstDash val="solid"/>
          </a:ln>
        </p:spPr>
      </p:sp>
      <p:pic>
        <p:nvPicPr>
          <p:cNvPr id="15" name="Image 2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2514600"/>
            <a:ext cx="640080" cy="6400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458200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 12"/>
          <p:cNvSpPr/>
          <p:nvPr/>
        </p:nvSpPr>
        <p:spPr>
          <a:xfrm>
            <a:off x="8458200" y="33832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Verankern</a:t>
            </a:r>
            <a:endParaRPr lang="en-US" sz="2200" dirty="0"/>
          </a:p>
        </p:txBody>
      </p:sp>
      <p:sp>
        <p:nvSpPr>
          <p:cNvPr id="18" name="Text 13"/>
          <p:cNvSpPr/>
          <p:nvPr/>
        </p:nvSpPr>
        <p:spPr>
          <a:xfrm>
            <a:off x="8458200" y="388620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Rituale machen Bewusstsein zur Gewohnheit – klein und täglich.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A3D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ES WEITERGEHT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Geh den Weg – begleitet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2651760"/>
            <a:ext cx="71323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800" dirty="0">
                <a:solidFill>
                  <a:srgbClr val="E7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7 Stufen mit geführten Videos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800" dirty="0">
                <a:solidFill>
                  <a:srgbClr val="E7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Praxis-Übungen &amp; 31 Vertiefungen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800" dirty="0">
                <a:solidFill>
                  <a:srgbClr val="E7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Bewusstseinstest, Wachstumskurve &amp; Journal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800" dirty="0">
                <a:solidFill>
                  <a:srgbClr val="E7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deinem Tempo – ohne Druck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503920" y="2651760"/>
            <a:ext cx="3017520" cy="1828800"/>
          </a:xfrm>
          <a:prstGeom prst="roundRect">
            <a:avLst>
              <a:gd name="adj" fmla="val 6000"/>
            </a:avLst>
          </a:prstGeom>
          <a:solidFill>
            <a:srgbClr val="0F1E44"/>
          </a:solidFill>
          <a:ln w="15875">
            <a:solidFill>
              <a:srgbClr val="21B2B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0" y="28803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AE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Mitgliedschaft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503920" y="324612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49 €</a:t>
            </a:r>
            <a:pPr algn="ctr" indent="0" marL="0">
              <a:buNone/>
            </a:pPr>
            <a:r>
              <a:rPr lang="en-US" sz="1600" dirty="0">
                <a:solidFill>
                  <a:srgbClr val="C3CC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/ Monat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321040" y="40690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3D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werdemeisterdeinergedanken.de/mitgliedschaft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22960" y="5212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3C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Erster Schritt kostenlos: der Bewusstseinstest.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erdemeisterdeinergedanken/4e63162c-faaf-5cdf-9e83-105262259c9d/scratchpad/presentation/assets/bra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48" y="822960"/>
            <a:ext cx="2743200" cy="2743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74904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Werde Meister deiner </a:t>
            </a:r>
            <a:pPr algn="ctr" indent="0" marL="0">
              <a:buNone/>
            </a:pPr>
            <a:r>
              <a:rPr lang="en-US" sz="4000" b="1" i="1" dirty="0">
                <a:solidFill>
                  <a:srgbClr val="A3D6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Gedanken</a:t>
            </a:r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914400" y="47548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3C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Danke, dass du heute dabei warst.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914400" y="585216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C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werdemeisterdeinergedanken.de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Werde Meister deiner Gedanken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Heiko Schwaninger</dc:creator>
  <cp:lastModifiedBy>Heiko Schwaninger</cp:lastModifiedBy>
  <cp:revision>1</cp:revision>
  <dcterms:created xsi:type="dcterms:W3CDTF">2026-08-01T00:18:58Z</dcterms:created>
  <dcterms:modified xsi:type="dcterms:W3CDTF">2026-08-01T00:18:58Z</dcterms:modified>
</cp:coreProperties>
</file>