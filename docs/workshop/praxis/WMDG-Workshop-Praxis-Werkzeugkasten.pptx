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1: Verlängertes Ausatmen – Atemübungen · 3–5 Minuten.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2: 4-6-Atmung – Atemübungen · 3 Minuten.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3: Box Breathing – Atemübungen · 3–5 Minuten.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4: Atembeobachtung – Meditationen · 5–10 Minuten.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5: Der innere Beobachter – Meditationen · 10 Minuten.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6: Body-Scan – Meditationen · 15 Minuten.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7: Herz-Kohärenz – Meditationen · 5–10 Minuten.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8: Der Autopilot-Check – Rituale · 2 Minuten.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9: Morgen-Ausrichtung – Rituale · 5 Minuten.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10: Abend-Reflexion – Rituale · 5–10 Minuten.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11: Loslass-Ritual – Rituale · 15 Minuten.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12: Präsenz-Spaziergang – Rituale · 10–20 Minuten.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13: Die tägliche Rückkehr – Rituale · 5 Minuten.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image" Target="../media/image-7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1.png"/><Relationship Id="rId3" Type="http://schemas.openxmlformats.org/officeDocument/2006/relationships/image" Target="../media/image-22-1.png"/><Relationship Id="rId4" Type="http://schemas.openxmlformats.org/officeDocument/2006/relationships/image" Target="../media/image-2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1.png"/><Relationship Id="rId3" Type="http://schemas.openxmlformats.org/officeDocument/2006/relationships/image" Target="../media/image-2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69164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TAGES-WORKSHOP · PRAXIS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31520" y="1645920"/>
            <a:ext cx="7955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Praxis-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i="1" dirty="0">
                <a:solidFill>
                  <a:srgbClr val="34C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Werkzeugkasten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77240" y="416052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13 Übungen – Atem, Meditation und Rituale für einen klaren Kopf im Alltag.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24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Heiko Schwaninger  ·  werdemeisterdeinergedanken.de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dich heute erwartet</a:t>
            </a:r>
            <a:endParaRPr lang="en-US" sz="38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600200" y="19293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Ankommen &amp; Einstieg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00200" y="22768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Übung mehr verändert als Theorie.</a:t>
            </a:r>
            <a:endParaRPr lang="en-US" sz="1400" dirty="0"/>
          </a:p>
        </p:txBody>
      </p:sp>
      <p:pic>
        <p:nvPicPr>
          <p:cNvPr id="8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62072"/>
            <a:ext cx="566928" cy="5669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1600200" y="28254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Atem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600200" y="3172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schnellste Weg aus dem Alarm.</a:t>
            </a:r>
            <a:endParaRPr lang="en-US" sz="1400" dirty="0"/>
          </a:p>
        </p:txBody>
      </p:sp>
      <p:pic>
        <p:nvPicPr>
          <p:cNvPr id="12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58184"/>
            <a:ext cx="566928" cy="5669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240" y="3758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1600200" y="37216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 &amp; Rituale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600200" y="40690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Beobachten lernen, Bewusstsein verankern.</a:t>
            </a:r>
            <a:endParaRPr lang="en-US" sz="1400" dirty="0"/>
          </a:p>
        </p:txBody>
      </p:sp>
      <p:pic>
        <p:nvPicPr>
          <p:cNvPr id="16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54296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240" y="4654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1600200" y="46177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13 Übungen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600200" y="49651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Technik einmal selbst ausprobieren.</a:t>
            </a:r>
            <a:endParaRPr lang="en-US" sz="1400" dirty="0"/>
          </a:p>
        </p:txBody>
      </p:sp>
      <p:pic>
        <p:nvPicPr>
          <p:cNvPr id="20" name="Image 4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0408"/>
            <a:ext cx="566928" cy="56692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77240" y="5550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22" name="Text 15"/>
          <p:cNvSpPr/>
          <p:nvPr/>
        </p:nvSpPr>
        <p:spPr>
          <a:xfrm>
            <a:off x="1600200" y="55138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Deine Routine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1600200" y="58613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Deine tägliche Mini-Praxis bauen.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011680"/>
            <a:ext cx="10149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Bewusstsein entsteht nicht durch Wissen – </a:t>
            </a:r>
            <a:pPr indent="0" marL="0">
              <a:lnSpc>
                <a:spcPct val="110000"/>
              </a:lnSpc>
              <a:buNone/>
            </a:pPr>
            <a:r>
              <a:rPr lang="en-US" sz="4000" b="1" i="1" dirty="0">
                <a:solidFill>
                  <a:srgbClr val="A3D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sondern durch Übung</a:t>
            </a:r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24128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Werkzeuge, jeden Tag.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AUSGANGSPUNKT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040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Übung, nicht Theorie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kannst alles über Achtsamkeit wissen und trotzdem im Autopilot leben. Etwas verändert sich erst, wenn du es tust.</a:t>
            </a:r>
            <a:endParaRPr lang="en-US" sz="16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gute Nachricht: Es braucht keine Stunden. Wenige Minuten am Tag, regelmäßig, bewegen mehr als seltene große Vorsätze.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955280" y="1554480"/>
            <a:ext cx="3566160" cy="3840480"/>
          </a:xfrm>
          <a:prstGeom prst="roundRect">
            <a:avLst>
              <a:gd name="adj" fmla="val 3590"/>
            </a:avLst>
          </a:prstGeom>
          <a:solidFill>
            <a:srgbClr val="08102A"/>
          </a:solidFill>
          <a:ln/>
        </p:spPr>
      </p:sp>
      <p:sp>
        <p:nvSpPr>
          <p:cNvPr id="6" name="Text 4"/>
          <p:cNvSpPr/>
          <p:nvPr/>
        </p:nvSpPr>
        <p:spPr>
          <a:xfrm>
            <a:off x="813816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 reichen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01000" y="23317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A3D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138160" y="3474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Tag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0" y="40233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Regelmäßigkeit schlägt Dauer. 13 Werkzeuge – für jeden Moment das passende.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· ATEM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eine Atemzug</a:t>
            </a:r>
            <a:endParaRPr lang="en-US" sz="36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554480" y="21671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Setz dich aufrecht hin, Füße am Boden.</a:t>
            </a:r>
            <a:endParaRPr lang="en-US" sz="1650" dirty="0"/>
          </a:p>
        </p:txBody>
      </p:sp>
      <p:pic>
        <p:nvPicPr>
          <p:cNvPr id="7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90088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554480" y="300837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 vier Sekunden lang ruhig ein.</a:t>
            </a:r>
            <a:endParaRPr lang="en-US" sz="1650" dirty="0"/>
          </a:p>
        </p:txBody>
      </p:sp>
      <p:pic>
        <p:nvPicPr>
          <p:cNvPr id="10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31336"/>
            <a:ext cx="512064" cy="512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3831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554480" y="384962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 sechs bis acht Sekunden langsam aus.</a:t>
            </a:r>
            <a:endParaRPr lang="en-US" sz="1650" dirty="0"/>
          </a:p>
        </p:txBody>
      </p:sp>
      <p:pic>
        <p:nvPicPr>
          <p:cNvPr id="13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72584"/>
            <a:ext cx="512064" cy="5120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4672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1554480" y="46908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Wiederhole das eine Minute lang.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8366760" y="2148840"/>
            <a:ext cx="3154680" cy="3200400"/>
          </a:xfrm>
          <a:prstGeom prst="roundRect">
            <a:avLst>
              <a:gd name="adj" fmla="val 3478"/>
            </a:avLst>
          </a:prstGeom>
          <a:solidFill>
            <a:srgbClr val="08102A"/>
          </a:solidFill>
          <a:ln/>
        </p:spPr>
      </p:sp>
      <p:sp>
        <p:nvSpPr>
          <p:cNvPr id="17" name="Text 11"/>
          <p:cNvSpPr/>
          <p:nvPr/>
        </p:nvSpPr>
        <p:spPr>
          <a:xfrm>
            <a:off x="859536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MITNEHMEN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595360" y="27889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bewusster Atemzug ist der kürzeste Weg zurück ins Jetzt.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WERKZEUGKASTEN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251460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Werkzeuge, drei Familien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05840" y="370332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Atem beruhigt, Meditation klärt, Rituale verankern.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LANDKARTE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13 Übungen im Überblick  (1/2)</a:t>
            </a:r>
            <a:endParaRPr lang="en-US" sz="28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544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Verlängertes Ausatmen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54480" y="21488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Atemübungen · 3–5 Minuten</a:t>
            </a:r>
            <a:endParaRPr lang="en-US" sz="1150" dirty="0"/>
          </a:p>
        </p:txBody>
      </p:sp>
      <p:pic>
        <p:nvPicPr>
          <p:cNvPr id="8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07792"/>
            <a:ext cx="603504" cy="6035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907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554480" y="2889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4-6-Atmung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554480" y="322783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Atemübungen · 3 Minuten</a:t>
            </a:r>
            <a:endParaRPr lang="en-US" sz="1150" dirty="0"/>
          </a:p>
        </p:txBody>
      </p:sp>
      <p:pic>
        <p:nvPicPr>
          <p:cNvPr id="12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86784"/>
            <a:ext cx="603504" cy="6035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" y="39867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554480" y="3968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Breathing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54480" y="430682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Atemübungen · 3–5 Minuten</a:t>
            </a:r>
            <a:endParaRPr lang="en-US" sz="1150" dirty="0"/>
          </a:p>
        </p:txBody>
      </p:sp>
      <p:pic>
        <p:nvPicPr>
          <p:cNvPr id="16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065776"/>
            <a:ext cx="603504" cy="6035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" y="50657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554480" y="5047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Atembeobachtung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554480" y="538581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Meditationen · 5–10 Minuten</a:t>
            </a:r>
            <a:endParaRPr lang="en-US" sz="1150" dirty="0"/>
          </a:p>
        </p:txBody>
      </p:sp>
      <p:pic>
        <p:nvPicPr>
          <p:cNvPr id="20" name="Image 4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28800"/>
            <a:ext cx="603504" cy="6035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46520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2694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innere Beobachter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7269480" y="21488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Meditationen · 10 Minuten</a:t>
            </a:r>
            <a:endParaRPr lang="en-US" sz="1150" dirty="0"/>
          </a:p>
        </p:txBody>
      </p:sp>
      <p:pic>
        <p:nvPicPr>
          <p:cNvPr id="24" name="Image 5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907792"/>
            <a:ext cx="603504" cy="60350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446520" y="2907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18"/>
          <p:cNvSpPr/>
          <p:nvPr/>
        </p:nvSpPr>
        <p:spPr>
          <a:xfrm>
            <a:off x="7269480" y="2889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Body-Scan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7269480" y="322783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Meditationen · 15 Minuten</a:t>
            </a:r>
            <a:endParaRPr lang="en-US" sz="1150" dirty="0"/>
          </a:p>
        </p:txBody>
      </p:sp>
      <p:pic>
        <p:nvPicPr>
          <p:cNvPr id="28" name="Image 6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986784"/>
            <a:ext cx="603504" cy="60350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446520" y="39867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1"/>
          <p:cNvSpPr/>
          <p:nvPr/>
        </p:nvSpPr>
        <p:spPr>
          <a:xfrm>
            <a:off x="7269480" y="3968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Herz-Kohärenz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7269480" y="430682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Meditationen · 5–10 Minuten</a:t>
            </a:r>
            <a:endParaRPr lang="en-US" sz="1150" dirty="0"/>
          </a:p>
        </p:txBody>
      </p:sp>
      <p:pic>
        <p:nvPicPr>
          <p:cNvPr id="32" name="Image 7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5065776"/>
            <a:ext cx="603504" cy="60350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446520" y="50657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34" name="Text 24"/>
          <p:cNvSpPr/>
          <p:nvPr/>
        </p:nvSpPr>
        <p:spPr>
          <a:xfrm>
            <a:off x="7269480" y="5047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Autopilot-Check</a:t>
            </a:r>
            <a:endParaRPr lang="en-US" sz="1500" dirty="0"/>
          </a:p>
        </p:txBody>
      </p:sp>
      <p:sp>
        <p:nvSpPr>
          <p:cNvPr id="35" name="Text 25"/>
          <p:cNvSpPr/>
          <p:nvPr/>
        </p:nvSpPr>
        <p:spPr>
          <a:xfrm>
            <a:off x="7269480" y="538581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Rituale · 2 Minuten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LANDKARTE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13 Übungen im Überblick  (2/2)</a:t>
            </a:r>
            <a:endParaRPr lang="en-US" sz="28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544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Morgen-Ausrichtung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54480" y="21488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Rituale · 5 Minuten</a:t>
            </a:r>
            <a:endParaRPr lang="en-US" sz="1150" dirty="0"/>
          </a:p>
        </p:txBody>
      </p:sp>
      <p:pic>
        <p:nvPicPr>
          <p:cNvPr id="8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07792"/>
            <a:ext cx="603504" cy="6035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907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554480" y="2889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Abend-Reflexion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554480" y="322783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Rituale · 5–10 Minuten</a:t>
            </a:r>
            <a:endParaRPr lang="en-US" sz="1150" dirty="0"/>
          </a:p>
        </p:txBody>
      </p:sp>
      <p:pic>
        <p:nvPicPr>
          <p:cNvPr id="12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86784"/>
            <a:ext cx="603504" cy="6035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" y="39867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554480" y="3968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Loslass-Ritual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54480" y="430682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Rituale · 15 Minuten</a:t>
            </a:r>
            <a:endParaRPr lang="en-US" sz="1150" dirty="0"/>
          </a:p>
        </p:txBody>
      </p:sp>
      <p:pic>
        <p:nvPicPr>
          <p:cNvPr id="16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065776"/>
            <a:ext cx="603504" cy="6035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" y="50657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554480" y="5047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Präsenz-Spaziergang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554480" y="538581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Rituale · 10–20 Minuten</a:t>
            </a:r>
            <a:endParaRPr lang="en-US" sz="1150" dirty="0"/>
          </a:p>
        </p:txBody>
      </p:sp>
      <p:pic>
        <p:nvPicPr>
          <p:cNvPr id="20" name="Image 4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28800"/>
            <a:ext cx="603504" cy="6035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46520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2694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tägliche Rückkehr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7269480" y="21488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Rituale · 5 Minuten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Verlängertes Ausatmen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Atemübungen · 3–5 Minuten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Länger ausatmen als einatmen – der schnellste Weg, das Nervensystem zu beruhigen.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Wann am Tag brauchst du diesen Reset am meisten?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4-6-Atmung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Atemübungen · 3 Minuten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klarer Rhythmus – 4 Sekunden ein, 6 Sekunden aus – für schnelle Beruhigung.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welcher Situation willst du dich schnell beruhigen können?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Breathing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Atemübungen · 3–5 Minuten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gleiche Phasen im Quadrat – für Fokus und Ruhe unter Druck.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unter Druck willst du klarer bleiben?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Atembeobachtung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Meditationen · 5–10 Minuten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Basis-Meditation: den Atem beobachten und immer wieder freundlich zurückkehren.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Wohin wandert dein Geist am liebsten?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innere Beobachter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Meditationen · 10 Minuten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Gedanken kommen und gehen lassen – und bemerken, wer da eigentlich zusieht.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 ist der, der deine Gedanken bemerkt?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6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Body-Scan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Meditationen · 15 Minuten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der Aufmerksamkeit durch den Körper wandern und Anspannung lösen.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in deinem Körper sitzt gerade Anspannung?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7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Herz-Kohärenz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Meditationen · 5–10 Minuten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Atem und Herz einen Zustand innerer Stimmigkeit herstellen.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Woran erkennst du inneren Einklang?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8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Autopilot-Check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Rituale · 2 Minuten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kurzer Stopp mitten im Tag, der den Autopiloten für einen Moment sichtbar macht.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Wann heute warst du wirklich präsent?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9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Morgen-Ausrichtung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Rituale · 5 Minuten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Tag bewusst beginnen, bevor der Autopilot übernimmt.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willst du morgen früh in den Tag starten?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10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Abend-Reflexion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Rituale · 5–10 Minuten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Tag ohne Wertung anschauen – und daraus lernen.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ist heute gut gelaufen – und woran lag es?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11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Loslass-Ritual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Rituale · 15 Minuten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 etwas abschließen, das du nicht länger tragen willst.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trägst du, das du nicht länger tragen willst?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12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Präsenz-Spaziergang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Rituale · 10–20 Minuten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Spaziergang, der dich raus aus dem Kopf und rein in den Moment holt – besonders schön mit Hund.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nimmst du wahr, wenn du das Handy weglässt?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13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tägliche Rückkehr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Rituale · 5 Minuten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Meisterschaft ist kein Zustand, den man erreicht – sondern eine tägliche Rückkehr in die eigene Mitte.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ist deine kleine tägliche Rückkehr in die Mitte?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· PRÄSENZ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Autopilot-Check</a:t>
            </a:r>
            <a:endParaRPr lang="en-US" sz="36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554480" y="21671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Halte kurz inne, egal wo du gerade bist.</a:t>
            </a:r>
            <a:endParaRPr lang="en-US" sz="1650" dirty="0"/>
          </a:p>
        </p:txBody>
      </p:sp>
      <p:pic>
        <p:nvPicPr>
          <p:cNvPr id="7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90088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554480" y="300837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 dich: Bin ich präsent – oder im Autopilot?</a:t>
            </a:r>
            <a:endParaRPr lang="en-US" sz="1650" dirty="0"/>
          </a:p>
        </p:txBody>
      </p:sp>
      <p:pic>
        <p:nvPicPr>
          <p:cNvPr id="10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31336"/>
            <a:ext cx="512064" cy="512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3831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554480" y="384962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Spüre drei Atemzüge lang bewusst deinen Körper.</a:t>
            </a:r>
            <a:endParaRPr lang="en-US" sz="1650" dirty="0"/>
          </a:p>
        </p:txBody>
      </p:sp>
      <p:pic>
        <p:nvPicPr>
          <p:cNvPr id="13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72584"/>
            <a:ext cx="512064" cy="5120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4672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1554480" y="46908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Wähle bewusst, was du als Nächstes tust.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8366760" y="2148840"/>
            <a:ext cx="3154680" cy="3200400"/>
          </a:xfrm>
          <a:prstGeom prst="roundRect">
            <a:avLst>
              <a:gd name="adj" fmla="val 3478"/>
            </a:avLst>
          </a:prstGeom>
          <a:solidFill>
            <a:srgbClr val="08102A"/>
          </a:solidFill>
          <a:ln/>
        </p:spPr>
      </p:sp>
      <p:sp>
        <p:nvSpPr>
          <p:cNvPr id="17" name="Text 11"/>
          <p:cNvSpPr/>
          <p:nvPr/>
        </p:nvSpPr>
        <p:spPr>
          <a:xfrm>
            <a:off x="859536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MITNEHMEN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595360" y="27889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kannst den Autopilot nicht abschalten – aber du kannst ihn immer wieder bemerken.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BLEIBT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Deine tägliche Praxis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2F6EC"/>
          </a:solidFill>
          <a:ln w="12700">
            <a:solidFill>
              <a:srgbClr val="E4E7E0"/>
            </a:solidFill>
            <a:prstDash val="solid"/>
          </a:ln>
        </p:spPr>
      </p:sp>
      <p:pic>
        <p:nvPicPr>
          <p:cNvPr id="5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5146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5156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Beruhigen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3886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den Atem holst du dein Nervensystem aus dem Alarm.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3484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2F6EC"/>
          </a:solidFill>
          <a:ln w="12700">
            <a:solidFill>
              <a:srgbClr val="E4E7E0"/>
            </a:solidFill>
            <a:prstDash val="solid"/>
          </a:ln>
        </p:spPr>
      </p:sp>
      <p:pic>
        <p:nvPicPr>
          <p:cNvPr id="10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51460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75488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Beobachten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754880" y="3886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Meditation lernst du, Gedanken zuzusehen statt ihnen zu folgen.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2F6EC"/>
          </a:solidFill>
          <a:ln w="12700">
            <a:solidFill>
              <a:srgbClr val="E4E7E0"/>
            </a:solidFill>
            <a:prstDash val="solid"/>
          </a:ln>
        </p:spPr>
      </p:sp>
      <p:pic>
        <p:nvPicPr>
          <p:cNvPr id="15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51460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582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845820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Verankern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458200" y="3886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Rituale machen Bewusstsein zur Gewohnheit – klein und täglich.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ES WEITERGEHT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 weiter – begleitet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7223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7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13 Übungen als geführte Anleitungen im Mitgliederbereich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7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jeder Stufe die passende Praxis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7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Bewusstseinstest, Wachstumskurve &amp; Journal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7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deinem Tempo – ohne Druck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503920" y="265176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0F1E44"/>
          </a:solidFill>
          <a:ln w="15875">
            <a:solidFill>
              <a:srgbClr val="21B2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Mitgliedschaft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3246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49 €</a:t>
            </a:r>
            <a:pPr algn="ctr" indent="0" marL="0">
              <a:buNone/>
            </a:pPr>
            <a:r>
              <a:rPr lang="en-US" sz="1600" dirty="0">
                <a:solidFill>
                  <a:srgbClr val="C3CC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Monat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321040" y="4069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werdemeisterdeinergedanken.de/mitgliedschaft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Erster Schritt kostenlos: der Bewusstseinstest.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82296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7490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Werde Meister deiner </a:t>
            </a:r>
            <a:pPr algn="ctr" indent="0" marL="0">
              <a:buNone/>
            </a:pPr>
            <a:r>
              <a:rPr lang="en-US" sz="4000" b="1" i="1" dirty="0">
                <a:solidFill>
                  <a:srgbClr val="A3D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Gedanken</a:t>
            </a:r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Danke, dass du heute dabei warst.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werdemeisterdeinergedanken.de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Werde Meister deiner Gedanken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Heiko Schwaninger</dc:creator>
  <cp:lastModifiedBy>Heiko Schwaninger</cp:lastModifiedBy>
  <cp:revision>1</cp:revision>
  <dcterms:created xsi:type="dcterms:W3CDTF">2026-08-01T00:49:56Z</dcterms:created>
  <dcterms:modified xsi:type="dcterms:W3CDTF">2026-08-01T00:49:56Z</dcterms:modified>
</cp:coreProperties>
</file>