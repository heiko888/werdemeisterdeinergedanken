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Begrüßung, kurz vorstellen, Rahmen und Vertraulichkeit setzen.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Wirken lassen, kurze Stille.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anleiten, Zeit lassen, danach 2–3 Stimmen einsammeln. Nichts bewerten.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Automatische Gedanken – Die Stimme, die immer schon urteilt. Kernaussage erklären, ein Beispiel geben, Reflexionsfrage in die Runde oder ins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Konditionierung – Warum alte Reize noch feuern. Kernaussage erklären, ein Beispiel geben, Reflexionsfrage in die Runde oder ins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Kognitive Verzerrungen – Die häufigsten Denkfehler. Kernaussage erklären, ein Beispiel geben, Reflexionsfrage in die Runde oder ins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Kernüberzeugungen – Die tiefen Regeln unter den Gedanken. Kernaussage erklären, ein Beispiel geben, Reflexionsfrage in die Runde oder ins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innere Kritiker – Die strenge Stimme verstehen. Kernaussage erklären, ein Beispiel geben, Reflexionsfrage in die Runde oder ins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Neuroplastizität – Warum Veränderung möglich ist. Kernaussage erklären, ein Beispiel geben, Reflexionsfrage in die Runde oder ins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Reiz-Reaktions-Lücke – Der Raum, in dem du frei bist. Kernaussage erklären, ein Beispiel geben, Reflexionsfrage in die Runde oder ins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anleiten, Zeit lassen, danach 2–3 Stimmen einsammeln. Nichts bewerten.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69164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VERTIEFUNG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31520" y="1645920"/>
            <a:ext cx="7955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Deinen Kopf</a:t>
            </a:r>
            <a:endParaRPr lang="en-US" sz="4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400" i="1" dirty="0">
                <a:solidFill>
                  <a:srgbClr val="34C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verstehen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77240" y="42062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psychologischen Mechanismen hinter deinen Gedanken.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Heiko Schwaninger  ·  werdemeisterdeinergedanken.de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dich heute erwartet</a:t>
            </a:r>
            <a:endParaRPr lang="en-US" sz="3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600200" y="1929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Ankommen &amp; Einstieg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2768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Muster schneller sind als Vorsätze.</a:t>
            </a:r>
            <a:endParaRPr lang="en-US" sz="140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62072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600200" y="28254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Gedanken &amp; Verzerrungen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00200" y="3172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automatisch in dir abläuft.</a:t>
            </a:r>
            <a:endParaRPr lang="en-US" sz="140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58184"/>
            <a:ext cx="566928" cy="5669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3758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600200" y="37216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tiefen Schichten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00200" y="4069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Kernüberzeugungen, innerer Kritiker, Konditionierung.</a:t>
            </a:r>
            <a:endParaRPr lang="en-US" sz="140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54296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4654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1600200" y="46177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Übungen &amp; Reflexion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600200" y="49651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Mechanismen an dir selbst erkennen.</a:t>
            </a:r>
            <a:endParaRPr lang="en-US" sz="140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0408"/>
            <a:ext cx="566928" cy="5669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7240" y="5550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2" name="Text 15"/>
          <p:cNvSpPr/>
          <p:nvPr/>
        </p:nvSpPr>
        <p:spPr>
          <a:xfrm>
            <a:off x="1600200" y="55138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nächster Schritt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1600200" y="58613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Einsicht zu Veränderung.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011680"/>
            <a:ext cx="10149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du verstehst, </a:t>
            </a:r>
            <a:pPr algn="l" indent="0" marL="0">
              <a:lnSpc>
                <a:spcPct val="110000"/>
              </a:lnSpc>
              <a:buNone/>
            </a:pPr>
            <a:r>
              <a:rPr lang="en-US" sz="4000" b="1" i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kann dich nicht mehr unbemerkt steuern</a:t>
            </a:r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24128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Verstehen ist der erste Schritt zur Veränderung.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AUSGANGSPUNKT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Muster laufen schneller als Vorsätze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Großteil deines Verhaltens läuft automatisch – Prägungen, alte Reize und Schutzstrategien feuern, bevor der Verstand eingreift.</a:t>
            </a:r>
            <a:endParaRPr lang="en-US" sz="16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nur an der Oberfläche kämpft, bekämpft Symptome. Wer die Mechanismen versteht, setzt an der Wurzel an.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55280" y="1554480"/>
            <a:ext cx="3566160" cy="3840480"/>
          </a:xfrm>
          <a:prstGeom prst="roundRect">
            <a:avLst>
              <a:gd name="adj" fmla="val 3590"/>
            </a:avLst>
          </a:prstGeom>
          <a:solidFill>
            <a:srgbClr val="08102A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0" y="23774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Lücke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138160" y="3520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 Reiz und Reaktion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0" y="40690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diesem winzigen Raum liegt dein ganzer Freiraum.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 · GEDANKENPROTOKOLL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Gedanken entlarven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 eine Situation, die dich zuletzt belastet hat.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Welcher automatische Gedanke schoss dir durch den Kopf?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Verzerrung steckt darin (Schwarz-Weiß, Katastrophe …)?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würde ein guter Freund dieselbe Lage sehen?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du aufschreibst, verliert seine Selbstverständlichkeit. Beobachten ist schon der Anfang von Verändern.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MECHANISMEN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25146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in deinem Kopf passiert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05840" y="37033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automatischen Gedanken bis zur Reiz-Reaktions-Lücke.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LANDKARTE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Sieben Mechanismen des Denkens</a:t>
            </a:r>
            <a:endParaRPr lang="en-US" sz="29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54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Gedanken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5448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Stimme, die immer schon urteilt</a:t>
            </a:r>
            <a:endParaRPr lang="en-US" sz="125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07792"/>
            <a:ext cx="603504" cy="603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554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Konditionierung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54480" y="32278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alte Reize noch feuern</a:t>
            </a:r>
            <a:endParaRPr lang="en-US" sz="125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86784"/>
            <a:ext cx="603504" cy="6035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54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Kognitive Verzerrungen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54480" y="43068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häufigsten Denkfehler</a:t>
            </a:r>
            <a:endParaRPr lang="en-US" sz="125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65776"/>
            <a:ext cx="603504" cy="6035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5544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Kernüberzeugungen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554480" y="53858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tiefen Regeln unter den Gedanken</a:t>
            </a:r>
            <a:endParaRPr lang="en-US" sz="125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603504" cy="6035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46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269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innere Kritiker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726948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strenge Stimme verstehen</a:t>
            </a:r>
            <a:endParaRPr lang="en-US" sz="1250" dirty="0"/>
          </a:p>
        </p:txBody>
      </p:sp>
      <p:pic>
        <p:nvPicPr>
          <p:cNvPr id="24" name="Image 5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907792"/>
            <a:ext cx="603504" cy="6035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46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7269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Neuroplastizität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7269480" y="32278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Veränderung möglich ist</a:t>
            </a:r>
            <a:endParaRPr lang="en-US" sz="1250" dirty="0"/>
          </a:p>
        </p:txBody>
      </p:sp>
      <p:pic>
        <p:nvPicPr>
          <p:cNvPr id="28" name="Image 6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986784"/>
            <a:ext cx="603504" cy="60350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446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1"/>
          <p:cNvSpPr/>
          <p:nvPr/>
        </p:nvSpPr>
        <p:spPr>
          <a:xfrm>
            <a:off x="7269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Reiz-Reaktions-Lücke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7269480" y="43068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Raum, in dem du frei bist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Automatische Gedanken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Stimme, die immer schon urteilt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Blitzschnelle, ungefragte Bewertungen, die deine Stimmung steuern – lange bevor du sie bemerkst.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Welcher automatische Gedanke taucht bei dir am häufigsten auf?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Konditionierung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alte Reize noch feuern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dein Nervensystem lernt, automatisch zu reagieren – und warum manche Reaktionen längst überholt sind.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Reaktion von dir passt nicht mehr zur heutigen Situation?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Kognitive Verzerrungen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häufigsten Denkfehler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Systematische Denkfehler, die die Wirklichkeit verzerren – und wie du sie im Alltag entlarvst.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neigst du zu Schwarz-Weiß oder Katastrophendenken?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Kernüberzeugungen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tiefen Regeln unter den Gedanken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Grundannahmen über dich, andere und die Welt – die unsichtbare Schicht unter deinen Gedanken.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stille Grundregel steuert dich, ohne dass du sie gewählt hast?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innere Kritiker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strenge Stimme verstehen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Woher die abwertende innere Stimme kommt, was sie eigentlich will – und wie du ihr souverän begegnest.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klingt dein innerer Kritiker – und wessen Stimme ist das?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Neuroplastizität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Veränderung möglich ist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Gehirn ist formbar – ein Leben lang. Die Grundlage dafür, dass Umlernen wirklich geht.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neue Bahn willst du in dir anlegen?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 7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Reiz-Reaktions-Lücke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395728" y="21488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Raum, in dem du frei bist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 dem, was passiert, und dem, was du tust, liegt ein winziger Moment – dein ganzer Freiraum.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willst du künftig kurz innehalten, bevor du reagierst?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2 · DER FREIRAUM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Reiz-Reaktions-Lücke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Erinnere eine typische Auslöser-Situation.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genau sitzt der Reiz – ein Wort, ein Ton, ein Blick?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 einen bewussten Atemzug, bevor du reagierst.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Wähle eine andere Reaktion – und probiere sie beim nächsten Mal.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Zwischen Reiz und Reaktion liegt ein Raum. In diesem Raum liegt deine Freiheit.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BLEIBT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Reise in drei Sätzen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5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14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5156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Erkennen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siehst die automatischen Gedanken und Muster.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3484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10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146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75488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Verstehen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75488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weißt, woher sie kommen – Prägung, Konditionierung, alte Regeln.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15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51460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845820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Verändern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45820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die Reiz-Reaktions-Lücke und Neuroplastizität wählst du neu.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WEITERGEHT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Geh den Weg – begleitet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7132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8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7 Stufen mit geführten Videos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8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Praxis-Übungen &amp; 31 Vertiefungen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8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Bewusstseinstest, Wachstumskurve &amp; Journal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8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deinem Tempo – ohne Druck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265176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0F1E44"/>
          </a:solidFill>
          <a:ln w="15875">
            <a:solidFill>
              <a:srgbClr val="21B2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Mitgliedschaft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49 €</a:t>
            </a:r>
            <a:pPr algn="ctr" indent="0" marL="0">
              <a:buNone/>
            </a:pPr>
            <a:r>
              <a:rPr lang="en-US" sz="1600" dirty="0">
                <a:solidFill>
                  <a:srgbClr val="C3C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Monat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321040" y="4069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werdemeisterdeinergedanken.de/mitgliedschaft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Schritt kostenlos: der Bewusstseinstest.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82296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749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Werde Meister deiner </a:t>
            </a:r>
            <a:pPr algn="ctr" indent="0" marL="0">
              <a:buNone/>
            </a:pPr>
            <a:r>
              <a:rPr lang="en-US" sz="4000" b="1" i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Gedanken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Danke, dass du heute dabei warst.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Werde Meister deiner Gedanken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Heiko Schwaninger</dc:creator>
  <cp:lastModifiedBy>Heiko Schwaninger</cp:lastModifiedBy>
  <cp:revision>1</cp:revision>
  <dcterms:created xsi:type="dcterms:W3CDTF">2026-08-01T00:18:58Z</dcterms:created>
  <dcterms:modified xsi:type="dcterms:W3CDTF">2026-08-01T00:18:58Z</dcterms:modified>
</cp:coreProperties>
</file>