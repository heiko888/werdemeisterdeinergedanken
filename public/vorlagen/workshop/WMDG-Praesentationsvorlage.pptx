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Anleitungsfolie vor dem Präsentieren löschen.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VORLAGE · SO FUNKTIONIERT'S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Deine Präsentationsvorlage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424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Datei enthält fertige, gebrandete Folien-Layouts. So nutzt du sie: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Rechtsklick auf eine Folie in der Miniaturansicht → „Folie duplizieren“, dann Texte ersetzen.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Platzhalter stehen in [eckigen Klammern] – einfach überschreiben.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Farben &amp; Schriften sind hinterlegt: Navy, Leaf-Grün, Teal · Überschrift Cambria, Text Calibri.</a:t>
            </a:r>
            <a:endParaRPr lang="en-US" sz="17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nummerierten Kreise sind das Marken-Motiv – nutze sie für Schritte, Stufen, Listen.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69164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[ANLASS / FORMAT]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31520" y="173736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[Titel der
</a:t>
            </a:r>
            <a:pPr indent="0" marL="0">
              <a:lnSpc>
                <a:spcPct val="100000"/>
              </a:lnSpc>
              <a:buNone/>
            </a:pPr>
            <a:r>
              <a:rPr lang="en-US" sz="5000" b="1" i="1" dirty="0">
                <a:solidFill>
                  <a:srgbClr val="34C4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Präsentation]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777240" y="429768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[Untertitel · ein Satz, der neugierig macht]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7724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Heiko Schwaninger · werdemeisterdeinergedanken.de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[Agenda / Überblick]</a:t>
            </a:r>
            <a:endParaRPr lang="en-US" sz="38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5740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600200" y="20208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[Programmpunkt 1]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00200" y="23682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[Kurze Beschreibung in einem Satz.]</a:t>
            </a:r>
            <a:endParaRPr lang="en-US" sz="1400" dirty="0"/>
          </a:p>
        </p:txBody>
      </p:sp>
      <p:pic>
        <p:nvPicPr>
          <p:cNvPr id="8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17520"/>
            <a:ext cx="566928" cy="5669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1600200" y="298094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[Programmpunkt 2]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600200" y="33284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[Kurze Beschreibung in einem Satz.]</a:t>
            </a:r>
            <a:endParaRPr lang="en-US" sz="1400" dirty="0"/>
          </a:p>
        </p:txBody>
      </p:sp>
      <p:pic>
        <p:nvPicPr>
          <p:cNvPr id="12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77640"/>
            <a:ext cx="566928" cy="5669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24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1600200" y="394106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[Programmpunkt 3]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600200" y="4288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[Kurze Beschreibung in einem Satz.]</a:t>
            </a:r>
            <a:endParaRPr lang="en-US" sz="1400" dirty="0"/>
          </a:p>
        </p:txBody>
      </p:sp>
      <p:pic>
        <p:nvPicPr>
          <p:cNvPr id="16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937760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240" y="4937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1600200" y="49011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[Programmpunkt 4]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600200" y="52486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[Kurze Beschreibung in einem Satz.]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377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[KAPITEL]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27432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[Abschnitts-Titel]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05840" y="388620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[Optionaler Einleitungssatz zum Abschnitt.]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[LABEL]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040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[Folientitel mit Kernaussage]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[Erklärender Fließtext. Ein bis zwei kurze Absätze, die den Punkt auf den Punkt bringen – ohne zu überladen.]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955280" y="1554480"/>
            <a:ext cx="3566160" cy="3840480"/>
          </a:xfrm>
          <a:prstGeom prst="roundRect">
            <a:avLst>
              <a:gd name="adj" fmla="val 3590"/>
            </a:avLst>
          </a:prstGeom>
          <a:solidFill>
            <a:srgbClr val="08102A"/>
          </a:solidFill>
          <a:ln/>
        </p:spPr>
      </p:sp>
      <p:sp>
        <p:nvSpPr>
          <p:cNvPr id="6" name="Text 4"/>
          <p:cNvSpPr/>
          <p:nvPr/>
        </p:nvSpPr>
        <p:spPr>
          <a:xfrm>
            <a:off x="8001000" y="26517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A3D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[Kennzahl]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138160" y="36118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[Beschriftung der Zahl]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[LABEL]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[Folientitel]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[Aufzählungspunkt 1]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[Aufzählungspunkt 2]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[Aufzählungspunkt 3]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[Aufzählungspunkt 4]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[Kategorie / Stufe]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[Titel des Punktes]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395728" y="18288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[Kurzer Kernsatz in Kursiv]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[Beschreibender Text – zwei bis drei Sätze.]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HINWEIS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[Reflexionsfrage oder Merksatz]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· [DAUER]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[Titel der Übung]</a:t>
            </a:r>
            <a:endParaRPr lang="en-US" sz="36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554480" y="21671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[Schritt 1]</a:t>
            </a:r>
            <a:endParaRPr lang="en-US" sz="1650" dirty="0"/>
          </a:p>
        </p:txBody>
      </p:sp>
      <p:pic>
        <p:nvPicPr>
          <p:cNvPr id="7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90088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554480" y="300837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[Schritt 2]</a:t>
            </a:r>
            <a:endParaRPr lang="en-US" sz="1650" dirty="0"/>
          </a:p>
        </p:txBody>
      </p:sp>
      <p:pic>
        <p:nvPicPr>
          <p:cNvPr id="10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31336"/>
            <a:ext cx="512064" cy="512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3831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554480" y="384962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[Schritt 3]</a:t>
            </a:r>
            <a:endParaRPr lang="en-US" sz="1650" dirty="0"/>
          </a:p>
        </p:txBody>
      </p:sp>
      <p:pic>
        <p:nvPicPr>
          <p:cNvPr id="13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72584"/>
            <a:ext cx="512064" cy="5120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4672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1554480" y="46908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[Schritt 4]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8366760" y="2148840"/>
            <a:ext cx="3154680" cy="3200400"/>
          </a:xfrm>
          <a:prstGeom prst="roundRect">
            <a:avLst>
              <a:gd name="adj" fmla="val 3478"/>
            </a:avLst>
          </a:prstGeom>
          <a:solidFill>
            <a:srgbClr val="08102A"/>
          </a:solidFill>
          <a:ln/>
        </p:spPr>
      </p:sp>
      <p:sp>
        <p:nvSpPr>
          <p:cNvPr id="17" name="Text 11"/>
          <p:cNvSpPr/>
          <p:nvPr/>
        </p:nvSpPr>
        <p:spPr>
          <a:xfrm>
            <a:off x="859536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MITNEHMEN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595360" y="27889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[Der eine Satz, der hängen bleiben soll.]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011680"/>
            <a:ext cx="10149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[Ein starker Satz als Kernbotschaft – kurz und einprägsam.]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024128" y="4663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[optionale Quelle / Zusatz]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82296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[Abschluss-Botschaft]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[Handlungsaufruf / nächster Schritt]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werdemeisterdeinergedanken.de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Werde Meister deiner Gedanken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Heiko Schwaninger</dc:creator>
  <cp:lastModifiedBy>Heiko Schwaninger</cp:lastModifiedBy>
  <cp:revision>1</cp:revision>
  <dcterms:created xsi:type="dcterms:W3CDTF">2026-08-01T02:33:54Z</dcterms:created>
  <dcterms:modified xsi:type="dcterms:W3CDTF">2026-08-01T02:33:54Z</dcterms:modified>
</cp:coreProperties>
</file>