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Kurz vorstellen. Rahmen setzen: heute geht es nicht um Ratschläge, sondern ums bewusste Sehen. Sicherheit/Vertraulichkeit im Raum betonen.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ruhig durchgehen. Zeitrahmen nennen. Frage in die Runde: Was möchtet ihr heute mitnehmen?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Wirken lassen. Kurze Stille nach dem Satz. Überleitung: Schauen wir uns diesen Autopilot genauer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verankern. Frage: Wie viele dieser Gedanken sind wirklich bewusst gewählt? Überleitung zur ersten Übung.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 und Zeit lassen. Danach 2–3 Stimmen aus der Gruppe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zum Kern. Betonen: Es ist eine Landkarte, kein starres Schema. Man bewegt sich vor und zurück.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geben, noch nicht vertiefen. Ankündigen: Wir gehen jede Stufe einzeln durch.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01 – Autopilot.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02 – Erwachen.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03 – Selbstbeobachtung.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04 – Emotionale Reifung.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05 – Schöpferkraft.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06 – Innere Ausrichtung.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07 – Meisterschaft.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 und Zeit lassen. Danach 2–3 Stimmen aus der Gruppe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Zusammenfassen. Die drei Bewegungen sind der rote Faden. Überleitung zum Angebot.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Angebot ruhig, ohne Druck. Einladung, nicht Verkauf. Auf den kostenlosen Bewusstseinstest als Einstieg hinweisen.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Abschluss. Raum für Fragen. Danken. Zum Bewusstseinstest / zur Mitgliedschaft einladen.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BEWUSSTSEINSENTWICKLUNG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Stufen</a:t>
            </a:r>
            <a:endParaRPr lang="en-US" sz="5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Bewusstseinsentwicklung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77240" y="41148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 aus dem Autopilot – rein in echte innere Klarheit. Ein geführter Weg in sieben Stufen.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dein Bewusstsein der Schlüssel ist.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Autopilot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von dir wirklich „automatisch“ läuft.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Stufen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vom Reagieren zum Gestalten – Schritt für Schritt.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Übungen &amp; Reflexion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erleben, nicht nur zuhören.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nächster Schritt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nach heute für dich weitergeht.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meisten Menschen werden 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ihren Gedanken gelebt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statt sie zu leben.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genau hier beginnt die Reise.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 läuft – meist unbemerkt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Reaktionen, Gewohnheiten, Bewertungen – ein Großteil läuft automatisch ab, bevor der bewusste Verstand eingreift.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Muster wiederholen sich, besonders die belastenden. Wer sie nicht sieht, wird von ihnen gesteuert.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13816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3977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davon laufen unbewusst und immer wieder gleich ab.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3 MINUTEN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 beobachten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 dich bequem hin und schließe kurz die Augen.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 deine Gedanken, als wären sie Wolken, die vorbeiziehen.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Benenne sie innerlich: „Da ist ein Gedanke über …“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 dann sanft zum Atem zurück.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beobachtet, ist nicht der Gedanke. Genau dieser feine Abstand ist der Anfang von Freiheit.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Stufen im Überblick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6576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Sprung ins Ungewisse, sondern ein Schritt nach dem anderen – jede Stufe baut auf der vorigen auf.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Autopilot zur Meisterschaft</a:t>
            </a:r>
            <a:endParaRPr lang="en-US" sz="30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157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wirst gelebt</a:t>
            </a:r>
            <a:endParaRPr lang="en-US" sz="13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Erwachen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bemerkst es</a:t>
            </a:r>
            <a:endParaRPr lang="en-US" sz="13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Selbstbeobachtung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siehst dir zu</a:t>
            </a:r>
            <a:endParaRPr lang="en-US" sz="13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Emotionale Reifung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lässt los</a:t>
            </a:r>
            <a:endParaRPr lang="en-US" sz="13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Schöpferkraft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269480" y="2157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erschaffst bewusst</a:t>
            </a:r>
            <a:endParaRPr lang="en-US" sz="130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Innere Ausrichtung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26948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Kopf, Herz und Handeln</a:t>
            </a:r>
            <a:endParaRPr lang="en-US" sz="130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Meisterschaft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726948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gestaltest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wirst gelebt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Vieles läuft automatisch – Reaktionen, Gewohnheiten, Gedanken. Der erste Schritt ist zu bemerken, dass du im Autopilot lebst.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reagierst du im Alltag, ohne es zu merken?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Erwachen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bemerkst 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erster Riss im Automatischen: Du spürst, dass du mehr bist als deine Gedanken – und beginnst zu hinterfragen.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hast du zuletzt einen Gedanken bewusst bemerkt?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Selbstbeobachtung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siehst dir zu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lernst, deinen Gedanken und Mustern zuzusehen, ohne dich mit ihnen zu identifizieren. Distanz schafft Wahlfreiheit.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Welcher Gedanke taucht bei dir am häufigsten auf?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Emotionale Reifung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lässt los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löst festgehaltene Gefühle und alte Geschichten und übernimmst Verantwortung für dein Inneres. Es entsteht Raum – für Ruhe und Kraft.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alte Gefühl darf jetzt gehen?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Schöpferkraft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erschaffst bewusst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Beobachter zum Gestalter: Du wählst Gedanken, die dich tragen, richtest dich innerlich aus und setzt sie in Handlung um.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Welchen Gedanken willst du bewusst wählen?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Innere Ausrichtung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Kopf, Herz und Handeln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Denken, Fühlen und Tun ziehen an einem Strang. Aus dieser Stimmigkeit entstehen Präsenz, Klarheit und Wirkung.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ziehen Kopf, Herz und Handeln noch nicht an einem Strang?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Meisterschaft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1828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gestaltest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reagierst nicht mehr – du gestaltest. Bewusstsein wird zu deinem Zuhause, aus dem heraus du dein Leben souverän formst.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sieht dein Leben aus, wenn du es gestaltest statt reagierst?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SELBSTEINSCHÄTZUNG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stehe ich gerade?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 die 7 Stufen noch einmal innerlich durch.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welcher Stufe erkennst du dich am meisten wieder?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wäre dein nächster, kleiner Schritt nach oben?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ihn in einem Satz in deinem Workbook.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kein „zu spät“ und kein „falsch“. Der Startpunkt ist einfach da, wo du gerade ehrlich stehst.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Reise in drei Sätzen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bemerkst den Autopilot – und schaffst Abstand zu deinen Gedanken.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Lösen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lässt alte Muster und Gefühle los und übernimmst Verantwortung.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Gestalten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wählst bewusst und formst dein Leben aus innerer Klarheit.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 den Weg – begleitet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7 Stufen mit geführten Videos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2026-08-01T02:33:53Z</dcterms:created>
  <dcterms:modified xsi:type="dcterms:W3CDTF">2026-08-01T02:33:53Z</dcterms:modified>
</cp:coreProperties>
</file>